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alibri (MS) Bold" charset="1" panose="020F0702030404030204"/>
      <p:regular r:id="rId16"/>
    </p:embeddedFont>
    <p:embeddedFont>
      <p:font typeface="Calibri (MS)" charset="1" panose="020F0502020204030204"/>
      <p:regular r:id="rId17"/>
    </p:embeddedFont>
    <p:embeddedFont>
      <p:font typeface="Canva Sans Bold" charset="1" panose="020B0803030501040103"/>
      <p:regular r:id="rId18"/>
    </p:embeddedFont>
    <p:embeddedFont>
      <p:font typeface="Calibri (MS) Italics" charset="1" panose="020F05020202040A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notesMasters/notesMaster1.xml" Type="http://schemas.openxmlformats.org/officeDocument/2006/relationships/notesMaster"/><Relationship Id="rId14" Target="theme/theme2.xml" Type="http://schemas.openxmlformats.org/officeDocument/2006/relationships/theme"/><Relationship Id="rId15" Target="notesSlides/notesSlide1.xml" Type="http://schemas.openxmlformats.org/officeDocument/2006/relationships/notes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1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2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3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4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5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6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7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sv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15" Target="../media/image13.png" Type="http://schemas.openxmlformats.org/officeDocument/2006/relationships/image"/><Relationship Id="rId16" Target="../media/image14.svg" Type="http://schemas.openxmlformats.org/officeDocument/2006/relationships/image"/><Relationship Id="rId17" Target="../media/image15.png" Type="http://schemas.openxmlformats.org/officeDocument/2006/relationships/image"/><Relationship Id="rId18" Target="../media/image16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4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11" Target="../media/image23.png" Type="http://schemas.openxmlformats.org/officeDocument/2006/relationships/image"/><Relationship Id="rId12" Target="../media/image24.svg" Type="http://schemas.openxmlformats.org/officeDocument/2006/relationships/image"/><Relationship Id="rId13" Target="../media/image25.png" Type="http://schemas.openxmlformats.org/officeDocument/2006/relationships/image"/><Relationship Id="rId14" Target="../media/image26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svg" Type="http://schemas.openxmlformats.org/officeDocument/2006/relationships/image"/><Relationship Id="rId11" Target="../media/image33.png" Type="http://schemas.openxmlformats.org/officeDocument/2006/relationships/image"/><Relationship Id="rId12" Target="../media/image34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29.png" Type="http://schemas.openxmlformats.org/officeDocument/2006/relationships/image"/><Relationship Id="rId8" Target="../media/image30.svg" Type="http://schemas.openxmlformats.org/officeDocument/2006/relationships/image"/><Relationship Id="rId9" Target="../media/image3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svg" Type="http://schemas.openxmlformats.org/officeDocument/2006/relationships/image"/><Relationship Id="rId11" Target="../media/image41.png" Type="http://schemas.openxmlformats.org/officeDocument/2006/relationships/image"/><Relationship Id="rId12" Target="../media/image42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35.png" Type="http://schemas.openxmlformats.org/officeDocument/2006/relationships/image"/><Relationship Id="rId6" Target="../media/image36.svg" Type="http://schemas.openxmlformats.org/officeDocument/2006/relationships/image"/><Relationship Id="rId7" Target="../media/image37.png" Type="http://schemas.openxmlformats.org/officeDocument/2006/relationships/image"/><Relationship Id="rId8" Target="../media/image38.sv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657600" cy="329184"/>
            <a:chOff x="0" y="0"/>
            <a:chExt cx="4876800" cy="4389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76800" cy="438912"/>
            </a:xfrm>
            <a:custGeom>
              <a:avLst/>
              <a:gdLst/>
              <a:ahLst/>
              <a:cxnLst/>
              <a:rect r="r" b="b" t="t" l="l"/>
              <a:pathLst>
                <a:path h="43891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4F46E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0" y="0"/>
            <a:ext cx="3657600" cy="329184"/>
            <a:chOff x="0" y="0"/>
            <a:chExt cx="4876800" cy="43891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76800" cy="438912"/>
            </a:xfrm>
            <a:custGeom>
              <a:avLst/>
              <a:gdLst/>
              <a:ahLst/>
              <a:cxnLst/>
              <a:rect r="r" b="b" t="t" l="l"/>
              <a:pathLst>
                <a:path h="43891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0" y="0"/>
            <a:ext cx="3657600" cy="329184"/>
            <a:chOff x="0" y="0"/>
            <a:chExt cx="4876800" cy="4389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76800" cy="438912"/>
            </a:xfrm>
            <a:custGeom>
              <a:avLst/>
              <a:gdLst/>
              <a:ahLst/>
              <a:cxnLst/>
              <a:rect r="r" b="b" t="t" l="l"/>
              <a:pathLst>
                <a:path h="43891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EA580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72800" y="0"/>
            <a:ext cx="3657600" cy="329184"/>
            <a:chOff x="0" y="0"/>
            <a:chExt cx="4876800" cy="4389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76800" cy="438912"/>
            </a:xfrm>
            <a:custGeom>
              <a:avLst/>
              <a:gdLst/>
              <a:ahLst/>
              <a:cxnLst/>
              <a:rect r="r" b="b" t="t" l="l"/>
              <a:pathLst>
                <a:path h="43891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DB2777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630400" y="0"/>
            <a:ext cx="3657600" cy="329184"/>
            <a:chOff x="0" y="0"/>
            <a:chExt cx="4876800" cy="4389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76800" cy="438912"/>
            </a:xfrm>
            <a:custGeom>
              <a:avLst/>
              <a:gdLst/>
              <a:ahLst/>
              <a:cxnLst/>
              <a:rect r="r" b="b" t="t" l="l"/>
              <a:pathLst>
                <a:path h="438912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533120" y="2194560"/>
            <a:ext cx="6217920" cy="6217920"/>
            <a:chOff x="0" y="0"/>
            <a:chExt cx="8290560" cy="82905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90560" cy="8290560"/>
            </a:xfrm>
            <a:custGeom>
              <a:avLst/>
              <a:gdLst/>
              <a:ahLst/>
              <a:cxnLst/>
              <a:rect r="r" b="b" t="t" l="l"/>
              <a:pathLst>
                <a:path h="8290560" w="8290560">
                  <a:moveTo>
                    <a:pt x="0" y="4145280"/>
                  </a:moveTo>
                  <a:cubicBezTo>
                    <a:pt x="0" y="1855851"/>
                    <a:pt x="1855851" y="0"/>
                    <a:pt x="4145280" y="0"/>
                  </a:cubicBezTo>
                  <a:cubicBezTo>
                    <a:pt x="6434709" y="0"/>
                    <a:pt x="8290560" y="1855851"/>
                    <a:pt x="8290560" y="4145280"/>
                  </a:cubicBezTo>
                  <a:cubicBezTo>
                    <a:pt x="8290560" y="6434709"/>
                    <a:pt x="6434709" y="8290560"/>
                    <a:pt x="4145280" y="8290560"/>
                  </a:cubicBezTo>
                  <a:cubicBezTo>
                    <a:pt x="1855851" y="8290560"/>
                    <a:pt x="0" y="6434709"/>
                    <a:pt x="0" y="4145280"/>
                  </a:cubicBezTo>
                  <a:close/>
                </a:path>
              </a:pathLst>
            </a:custGeom>
            <a:solidFill>
              <a:srgbClr val="4F46E5">
                <a:alpha val="3922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179040" y="4754880"/>
            <a:ext cx="4754880" cy="4754880"/>
            <a:chOff x="0" y="0"/>
            <a:chExt cx="6339840" cy="6339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39840" cy="6339840"/>
            </a:xfrm>
            <a:custGeom>
              <a:avLst/>
              <a:gdLst/>
              <a:ahLst/>
              <a:cxnLst/>
              <a:rect r="r" b="b" t="t" l="l"/>
              <a:pathLst>
                <a:path h="6339840" w="6339840">
                  <a:moveTo>
                    <a:pt x="0" y="3169920"/>
                  </a:moveTo>
                  <a:cubicBezTo>
                    <a:pt x="0" y="1419225"/>
                    <a:pt x="1419225" y="0"/>
                    <a:pt x="3169920" y="0"/>
                  </a:cubicBezTo>
                  <a:cubicBezTo>
                    <a:pt x="4920615" y="0"/>
                    <a:pt x="6339840" y="1419225"/>
                    <a:pt x="6339840" y="3169920"/>
                  </a:cubicBezTo>
                  <a:cubicBezTo>
                    <a:pt x="6339840" y="4920615"/>
                    <a:pt x="4920615" y="6339840"/>
                    <a:pt x="3169920" y="6339840"/>
                  </a:cubicBezTo>
                  <a:cubicBezTo>
                    <a:pt x="1419225" y="6339840"/>
                    <a:pt x="0" y="4920615"/>
                    <a:pt x="0" y="3169920"/>
                  </a:cubicBezTo>
                  <a:close/>
                </a:path>
              </a:pathLst>
            </a:custGeom>
            <a:solidFill>
              <a:srgbClr val="DB2777">
                <a:alpha val="2353"/>
              </a:srgbClr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97280" y="2194560"/>
            <a:ext cx="12801600" cy="731520"/>
            <a:chOff x="0" y="0"/>
            <a:chExt cx="17068800" cy="975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068800" cy="975360"/>
            </a:xfrm>
            <a:custGeom>
              <a:avLst/>
              <a:gdLst/>
              <a:ahLst/>
              <a:cxnLst/>
              <a:rect r="r" b="b" t="t" l="l"/>
              <a:pathLst>
                <a:path h="97536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751" r="0" b="-290751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97280" y="2144554"/>
            <a:ext cx="12801600" cy="781526"/>
            <a:chOff x="0" y="0"/>
            <a:chExt cx="17068800" cy="10420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068800" cy="1042035"/>
            </a:xfrm>
            <a:custGeom>
              <a:avLst/>
              <a:gdLst/>
              <a:ahLst/>
              <a:cxnLst/>
              <a:rect r="r" b="b" t="t" l="l"/>
              <a:pathLst>
                <a:path h="1042035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1042035"/>
                  </a:lnTo>
                  <a:lnTo>
                    <a:pt x="0" y="1042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9169" r="0" b="-26916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17068800" cy="1108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b="true" sz="2799" spc="798">
                  <a:solidFill>
                    <a:srgbClr val="FBBF2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DESIGN &amp; ANALYSIS OF ALGORITHMS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97280" y="3108960"/>
            <a:ext cx="13716000" cy="1645920"/>
            <a:chOff x="0" y="0"/>
            <a:chExt cx="18288000" cy="21945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2880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262" r="0" b="-112262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97280" y="2966085"/>
            <a:ext cx="13716000" cy="1788795"/>
            <a:chOff x="0" y="0"/>
            <a:chExt cx="18288000" cy="23850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288000" cy="2385060"/>
            </a:xfrm>
            <a:custGeom>
              <a:avLst/>
              <a:gdLst/>
              <a:ahLst/>
              <a:cxnLst/>
              <a:rect r="r" b="b" t="t" l="l"/>
              <a:pathLst>
                <a:path h="238506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385060"/>
                  </a:lnTo>
                  <a:lnTo>
                    <a:pt x="0" y="23850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9406" r="0" b="-9940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0"/>
              <a:ext cx="18288000" cy="25755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58"/>
                </a:lnSpc>
              </a:pPr>
              <a:r>
                <a:rPr lang="en-US" sz="8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Student Result Analyzer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97280" y="4754880"/>
            <a:ext cx="13716000" cy="1097280"/>
            <a:chOff x="0" y="0"/>
            <a:chExt cx="18288000" cy="1463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82880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393" r="0" b="-193394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097280" y="4669155"/>
            <a:ext cx="13716000" cy="1183005"/>
            <a:chOff x="0" y="0"/>
            <a:chExt cx="18288000" cy="15773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8288000" cy="1577340"/>
            </a:xfrm>
            <a:custGeom>
              <a:avLst/>
              <a:gdLst/>
              <a:ahLst/>
              <a:cxnLst/>
              <a:rect r="r" b="b" t="t" l="l"/>
              <a:pathLst>
                <a:path h="15773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577340"/>
                  </a:lnTo>
                  <a:lnTo>
                    <a:pt x="0" y="15773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5913" r="0" b="-17591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14300"/>
              <a:ext cx="18288000" cy="1691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>
                  <a:solidFill>
                    <a:srgbClr val="5EEAD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DAA Algorithm Visualizer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97280" y="6583680"/>
            <a:ext cx="2377440" cy="768096"/>
            <a:chOff x="0" y="0"/>
            <a:chExt cx="3169920" cy="102412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169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16992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lnTo>
                    <a:pt x="2682240" y="0"/>
                  </a:lnTo>
                  <a:cubicBezTo>
                    <a:pt x="2951607" y="0"/>
                    <a:pt x="3169920" y="218313"/>
                    <a:pt x="3169920" y="487680"/>
                  </a:cubicBezTo>
                  <a:lnTo>
                    <a:pt x="3169920" y="536448"/>
                  </a:lnTo>
                  <a:cubicBezTo>
                    <a:pt x="3169920" y="805815"/>
                    <a:pt x="2951607" y="1024128"/>
                    <a:pt x="2682240" y="1024128"/>
                  </a:cubicBezTo>
                  <a:lnTo>
                    <a:pt x="487680" y="1024128"/>
                  </a:lnTo>
                  <a:cubicBezTo>
                    <a:pt x="218313" y="1024128"/>
                    <a:pt x="0" y="805815"/>
                    <a:pt x="0" y="536448"/>
                  </a:cubicBezTo>
                  <a:close/>
                </a:path>
              </a:pathLst>
            </a:custGeom>
            <a:solidFill>
              <a:srgbClr val="4F46E5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097280" y="6583680"/>
            <a:ext cx="2377440" cy="768096"/>
            <a:chOff x="0" y="0"/>
            <a:chExt cx="3169920" cy="102412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169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69" r="0" b="-10269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97280" y="6555105"/>
            <a:ext cx="2377440" cy="796671"/>
            <a:chOff x="0" y="0"/>
            <a:chExt cx="3169920" cy="106222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169920" cy="1062228"/>
            </a:xfrm>
            <a:custGeom>
              <a:avLst/>
              <a:gdLst/>
              <a:ahLst/>
              <a:cxnLst/>
              <a:rect r="r" b="b" t="t" l="l"/>
              <a:pathLst>
                <a:path h="106222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47" r="0" b="-814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16992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Python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749040" y="6583680"/>
            <a:ext cx="2377440" cy="768096"/>
            <a:chOff x="0" y="0"/>
            <a:chExt cx="3169920" cy="102412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169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16992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lnTo>
                    <a:pt x="2682240" y="0"/>
                  </a:lnTo>
                  <a:cubicBezTo>
                    <a:pt x="2951607" y="0"/>
                    <a:pt x="3169920" y="218313"/>
                    <a:pt x="3169920" y="487680"/>
                  </a:cubicBezTo>
                  <a:lnTo>
                    <a:pt x="3169920" y="536448"/>
                  </a:lnTo>
                  <a:cubicBezTo>
                    <a:pt x="3169920" y="805815"/>
                    <a:pt x="2951607" y="1024128"/>
                    <a:pt x="2682240" y="1024128"/>
                  </a:cubicBezTo>
                  <a:lnTo>
                    <a:pt x="487680" y="1024128"/>
                  </a:lnTo>
                  <a:cubicBezTo>
                    <a:pt x="218313" y="1024128"/>
                    <a:pt x="0" y="805815"/>
                    <a:pt x="0" y="536448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3749040" y="6583680"/>
            <a:ext cx="2377440" cy="768096"/>
            <a:chOff x="0" y="0"/>
            <a:chExt cx="3169920" cy="102412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169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69" r="0" b="-10269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3749040" y="6555105"/>
            <a:ext cx="2377440" cy="796671"/>
            <a:chOff x="0" y="0"/>
            <a:chExt cx="3169920" cy="106222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169920" cy="1062228"/>
            </a:xfrm>
            <a:custGeom>
              <a:avLst/>
              <a:gdLst/>
              <a:ahLst/>
              <a:cxnLst/>
              <a:rect r="r" b="b" t="t" l="l"/>
              <a:pathLst>
                <a:path h="106222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47" r="0" b="-814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316992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Flask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400800" y="6583680"/>
            <a:ext cx="2377440" cy="768096"/>
            <a:chOff x="0" y="0"/>
            <a:chExt cx="3169920" cy="102412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169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16992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lnTo>
                    <a:pt x="2682240" y="0"/>
                  </a:lnTo>
                  <a:cubicBezTo>
                    <a:pt x="2951607" y="0"/>
                    <a:pt x="3169920" y="218313"/>
                    <a:pt x="3169920" y="487680"/>
                  </a:cubicBezTo>
                  <a:lnTo>
                    <a:pt x="3169920" y="536448"/>
                  </a:lnTo>
                  <a:cubicBezTo>
                    <a:pt x="3169920" y="805815"/>
                    <a:pt x="2951607" y="1024128"/>
                    <a:pt x="2682240" y="1024128"/>
                  </a:cubicBezTo>
                  <a:lnTo>
                    <a:pt x="487680" y="1024128"/>
                  </a:lnTo>
                  <a:cubicBezTo>
                    <a:pt x="218313" y="1024128"/>
                    <a:pt x="0" y="805815"/>
                    <a:pt x="0" y="536448"/>
                  </a:cubicBezTo>
                  <a:close/>
                </a:path>
              </a:pathLst>
            </a:custGeom>
            <a:solidFill>
              <a:srgbClr val="EA580C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400800" y="6583680"/>
            <a:ext cx="2377440" cy="768096"/>
            <a:chOff x="0" y="0"/>
            <a:chExt cx="3169920" cy="102412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169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69" r="0" b="-10269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6400800" y="6555105"/>
            <a:ext cx="2377440" cy="796671"/>
            <a:chOff x="0" y="0"/>
            <a:chExt cx="3169920" cy="106222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169920" cy="1062228"/>
            </a:xfrm>
            <a:custGeom>
              <a:avLst/>
              <a:gdLst/>
              <a:ahLst/>
              <a:cxnLst/>
              <a:rect r="r" b="b" t="t" l="l"/>
              <a:pathLst>
                <a:path h="106222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47" r="0" b="-8147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316992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SQLite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052560" y="6583680"/>
            <a:ext cx="2377440" cy="768096"/>
            <a:chOff x="0" y="0"/>
            <a:chExt cx="3169920" cy="102412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169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16992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lnTo>
                    <a:pt x="2682240" y="0"/>
                  </a:lnTo>
                  <a:cubicBezTo>
                    <a:pt x="2951607" y="0"/>
                    <a:pt x="3169920" y="218313"/>
                    <a:pt x="3169920" y="487680"/>
                  </a:cubicBezTo>
                  <a:lnTo>
                    <a:pt x="3169920" y="536448"/>
                  </a:lnTo>
                  <a:cubicBezTo>
                    <a:pt x="3169920" y="805815"/>
                    <a:pt x="2951607" y="1024128"/>
                    <a:pt x="2682240" y="1024128"/>
                  </a:cubicBezTo>
                  <a:lnTo>
                    <a:pt x="487680" y="1024128"/>
                  </a:lnTo>
                  <a:cubicBezTo>
                    <a:pt x="218313" y="1024128"/>
                    <a:pt x="0" y="805815"/>
                    <a:pt x="0" y="536448"/>
                  </a:cubicBezTo>
                  <a:close/>
                </a:path>
              </a:pathLst>
            </a:custGeom>
            <a:solidFill>
              <a:srgbClr val="DB2777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9052560" y="6583680"/>
            <a:ext cx="2377440" cy="768096"/>
            <a:chOff x="0" y="0"/>
            <a:chExt cx="3169920" cy="102412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169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69" r="0" b="-10269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052560" y="6555105"/>
            <a:ext cx="2377440" cy="796671"/>
            <a:chOff x="0" y="0"/>
            <a:chExt cx="3169920" cy="106222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169920" cy="1062228"/>
            </a:xfrm>
            <a:custGeom>
              <a:avLst/>
              <a:gdLst/>
              <a:ahLst/>
              <a:cxnLst/>
              <a:rect r="r" b="b" t="t" l="l"/>
              <a:pathLst>
                <a:path h="106222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47" r="0" b="-814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316992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JavaScript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704320" y="6583680"/>
            <a:ext cx="2377440" cy="768096"/>
            <a:chOff x="0" y="0"/>
            <a:chExt cx="3169920" cy="102412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169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169920">
                  <a:moveTo>
                    <a:pt x="0" y="487680"/>
                  </a:moveTo>
                  <a:cubicBezTo>
                    <a:pt x="0" y="218313"/>
                    <a:pt x="218313" y="0"/>
                    <a:pt x="487680" y="0"/>
                  </a:cubicBezTo>
                  <a:lnTo>
                    <a:pt x="2682240" y="0"/>
                  </a:lnTo>
                  <a:cubicBezTo>
                    <a:pt x="2951607" y="0"/>
                    <a:pt x="3169920" y="218313"/>
                    <a:pt x="3169920" y="487680"/>
                  </a:cubicBezTo>
                  <a:lnTo>
                    <a:pt x="3169920" y="536448"/>
                  </a:lnTo>
                  <a:cubicBezTo>
                    <a:pt x="3169920" y="805815"/>
                    <a:pt x="2951607" y="1024128"/>
                    <a:pt x="2682240" y="1024128"/>
                  </a:cubicBezTo>
                  <a:lnTo>
                    <a:pt x="487680" y="1024128"/>
                  </a:lnTo>
                  <a:cubicBezTo>
                    <a:pt x="218313" y="1024128"/>
                    <a:pt x="0" y="805815"/>
                    <a:pt x="0" y="536448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1704320" y="6583680"/>
            <a:ext cx="2377440" cy="768096"/>
            <a:chOff x="0" y="0"/>
            <a:chExt cx="3169920" cy="102412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169920" cy="1024128"/>
            </a:xfrm>
            <a:custGeom>
              <a:avLst/>
              <a:gdLst/>
              <a:ahLst/>
              <a:cxnLst/>
              <a:rect r="r" b="b" t="t" l="l"/>
              <a:pathLst>
                <a:path h="102412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69" r="0" b="-10269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704320" y="6555105"/>
            <a:ext cx="2377440" cy="796671"/>
            <a:chOff x="0" y="0"/>
            <a:chExt cx="3169920" cy="1062228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169920" cy="1062228"/>
            </a:xfrm>
            <a:custGeom>
              <a:avLst/>
              <a:gdLst/>
              <a:ahLst/>
              <a:cxnLst/>
              <a:rect r="r" b="b" t="t" l="l"/>
              <a:pathLst>
                <a:path h="106222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1062228"/>
                  </a:lnTo>
                  <a:lnTo>
                    <a:pt x="0" y="106222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147" r="0" b="-8147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3169920" cy="110032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Chart.js</a:t>
              </a: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332555" y="8562987"/>
            <a:ext cx="7165525" cy="13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US" sz="27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G.yashwanth(25MVCSMR0217)</a:t>
            </a:r>
          </a:p>
          <a:p>
            <a:pPr algn="ctr">
              <a:lnSpc>
                <a:spcPts val="3358"/>
              </a:lnSpc>
            </a:pPr>
            <a:r>
              <a:rPr lang="en-US" sz="27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Ram chandra(25MVCSMR0237)</a:t>
            </a:r>
          </a:p>
          <a:p>
            <a:pPr algn="ctr">
              <a:lnSpc>
                <a:spcPts val="3358"/>
              </a:lnSpc>
            </a:pPr>
            <a:r>
              <a:rPr lang="en-US" sz="27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Hari charan(25MVCSMR0258)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60262" y="7525412"/>
            <a:ext cx="5910110" cy="887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8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Presented by: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37360"/>
            <a:chOff x="0" y="0"/>
            <a:chExt cx="24384000" cy="2316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316480"/>
            </a:xfrm>
            <a:custGeom>
              <a:avLst/>
              <a:gdLst/>
              <a:ahLst/>
              <a:cxnLst/>
              <a:rect r="r" b="b" t="t" l="l"/>
              <a:pathLst>
                <a:path h="231648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EA580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737360"/>
            <a:ext cx="18288000" cy="109728"/>
            <a:chOff x="0" y="0"/>
            <a:chExt cx="24384000" cy="1463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219456"/>
            <a:ext cx="14996160" cy="1005840"/>
            <a:chOff x="0" y="0"/>
            <a:chExt cx="19994880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948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302" r="0" b="-24030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126587"/>
            <a:ext cx="14996160" cy="1098709"/>
            <a:chOff x="0" y="0"/>
            <a:chExt cx="19994880" cy="14649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94880" cy="1464945"/>
            </a:xfrm>
            <a:custGeom>
              <a:avLst/>
              <a:gdLst/>
              <a:ahLst/>
              <a:cxnLst/>
              <a:rect r="r" b="b" t="t" l="l"/>
              <a:pathLst>
                <a:path h="1464945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464945"/>
                  </a:lnTo>
                  <a:lnTo>
                    <a:pt x="0" y="14649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5949" r="0" b="-21594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19994880" cy="1588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&amp; Objectives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097280"/>
            <a:ext cx="14996160" cy="512064"/>
            <a:chOff x="0" y="0"/>
            <a:chExt cx="19994880" cy="682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994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236" r="0" b="-520236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1068705"/>
            <a:ext cx="14996160" cy="540639"/>
            <a:chOff x="0" y="0"/>
            <a:chExt cx="19994880" cy="7208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994880" cy="720852"/>
            </a:xfrm>
            <a:custGeom>
              <a:avLst/>
              <a:gdLst/>
              <a:ahLst/>
              <a:cxnLst/>
              <a:rect r="r" b="b" t="t" l="l"/>
              <a:pathLst>
                <a:path h="72085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0472" r="0" b="-49047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99488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8"/>
                </a:lnSpc>
              </a:pPr>
              <a:r>
                <a:rPr lang="en-US" sz="240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What we solve and why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642080" y="365760"/>
            <a:ext cx="1005840" cy="1005840"/>
            <a:chOff x="0" y="0"/>
            <a:chExt cx="1341120" cy="13411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6642080" y="365760"/>
            <a:ext cx="1005840" cy="1005840"/>
            <a:chOff x="0" y="0"/>
            <a:chExt cx="1341120" cy="13411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642080" y="315754"/>
            <a:ext cx="1005840" cy="1055846"/>
            <a:chOff x="0" y="0"/>
            <a:chExt cx="1341120" cy="14077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1120" cy="1407795"/>
            </a:xfrm>
            <a:custGeom>
              <a:avLst/>
              <a:gdLst/>
              <a:ahLst/>
              <a:cxnLst/>
              <a:rect r="r" b="b" t="t" l="l"/>
              <a:pathLst>
                <a:path h="1407795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407795"/>
                  </a:lnTo>
                  <a:lnTo>
                    <a:pt x="0" y="14077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4682" t="0" r="-84682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341120" cy="1474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8"/>
                </a:lnSpc>
              </a:pPr>
              <a:r>
                <a:rPr lang="en-US" sz="2799" b="true">
                  <a:solidFill>
                    <a:srgbClr val="EA58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892178" y="2355218"/>
            <a:ext cx="16503682" cy="2239042"/>
          </a:xfrm>
          <a:custGeom>
            <a:avLst/>
            <a:gdLst/>
            <a:ahLst/>
            <a:cxnLst/>
            <a:rect r="r" b="b" t="t" l="l"/>
            <a:pathLst>
              <a:path h="2239042" w="16503682">
                <a:moveTo>
                  <a:pt x="0" y="0"/>
                </a:moveTo>
                <a:lnTo>
                  <a:pt x="16503682" y="0"/>
                </a:lnTo>
                <a:lnTo>
                  <a:pt x="16503682" y="2239042"/>
                </a:lnTo>
                <a:lnTo>
                  <a:pt x="0" y="22390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950976" y="2596896"/>
            <a:ext cx="128016" cy="1755648"/>
            <a:chOff x="0" y="0"/>
            <a:chExt cx="170688" cy="23408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0688" cy="2340864"/>
            </a:xfrm>
            <a:custGeom>
              <a:avLst/>
              <a:gdLst/>
              <a:ahLst/>
              <a:cxnLst/>
              <a:rect r="r" b="b" t="t" l="l"/>
              <a:pathLst>
                <a:path h="2340864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340864"/>
                  </a:lnTo>
                  <a:lnTo>
                    <a:pt x="0" y="2340864"/>
                  </a:lnTo>
                  <a:close/>
                </a:path>
              </a:pathLst>
            </a:custGeom>
            <a:solidFill>
              <a:srgbClr val="EA580C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80160" y="2487168"/>
            <a:ext cx="15910560" cy="585216"/>
            <a:chOff x="0" y="0"/>
            <a:chExt cx="21214080" cy="78028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214080" cy="780288"/>
            </a:xfrm>
            <a:custGeom>
              <a:avLst/>
              <a:gdLst/>
              <a:ahLst/>
              <a:cxnLst/>
              <a:rect r="r" b="b" t="t" l="l"/>
              <a:pathLst>
                <a:path h="780288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9381" r="0" b="-479379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80160" y="2437162"/>
            <a:ext cx="15910560" cy="635222"/>
            <a:chOff x="0" y="0"/>
            <a:chExt cx="21214080" cy="84696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214080" cy="846963"/>
            </a:xfrm>
            <a:custGeom>
              <a:avLst/>
              <a:gdLst/>
              <a:ahLst/>
              <a:cxnLst/>
              <a:rect r="r" b="b" t="t" l="l"/>
              <a:pathLst>
                <a:path h="846963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846963"/>
                  </a:lnTo>
                  <a:lnTo>
                    <a:pt x="0" y="8469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38046" r="0" b="-43804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21214080" cy="913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EA58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280160" y="2958084"/>
            <a:ext cx="15910560" cy="1504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Student marks are stored and analyzed to get total, average, percentage, grade and rank, while showing visibly how each DAA algorithm works.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892178" y="5006978"/>
            <a:ext cx="5348002" cy="2147602"/>
          </a:xfrm>
          <a:custGeom>
            <a:avLst/>
            <a:gdLst/>
            <a:ahLst/>
            <a:cxnLst/>
            <a:rect r="r" b="b" t="t" l="l"/>
            <a:pathLst>
              <a:path h="2147602" w="5348002">
                <a:moveTo>
                  <a:pt x="0" y="0"/>
                </a:moveTo>
                <a:lnTo>
                  <a:pt x="5348002" y="0"/>
                </a:lnTo>
                <a:lnTo>
                  <a:pt x="5348002" y="2147602"/>
                </a:lnTo>
                <a:lnTo>
                  <a:pt x="0" y="21476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950976" y="5248656"/>
            <a:ext cx="128016" cy="1664208"/>
            <a:chOff x="0" y="0"/>
            <a:chExt cx="170688" cy="221894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0688" cy="2218944"/>
            </a:xfrm>
            <a:custGeom>
              <a:avLst/>
              <a:gdLst/>
              <a:ahLst/>
              <a:cxnLst/>
              <a:rect r="r" b="b" t="t" l="l"/>
              <a:pathLst>
                <a:path h="2218944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218944"/>
                  </a:lnTo>
                  <a:lnTo>
                    <a:pt x="0" y="2218944"/>
                  </a:lnTo>
                  <a:close/>
                </a:path>
              </a:pathLst>
            </a:custGeom>
            <a:solidFill>
              <a:srgbClr val="4F46E5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80160" y="5138928"/>
            <a:ext cx="4754880" cy="585216"/>
            <a:chOff x="0" y="0"/>
            <a:chExt cx="6339840" cy="78028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339840" cy="780288"/>
            </a:xfrm>
            <a:custGeom>
              <a:avLst/>
              <a:gdLst/>
              <a:ahLst/>
              <a:cxnLst/>
              <a:rect r="r" b="b" t="t" l="l"/>
              <a:pathLst>
                <a:path h="78028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206" r="0" b="-108204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80160" y="5088922"/>
            <a:ext cx="4754880" cy="635222"/>
            <a:chOff x="0" y="0"/>
            <a:chExt cx="6339840" cy="84696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339840" cy="846963"/>
            </a:xfrm>
            <a:custGeom>
              <a:avLst/>
              <a:gdLst/>
              <a:ahLst/>
              <a:cxnLst/>
              <a:rect r="r" b="b" t="t" l="l"/>
              <a:pathLst>
                <a:path h="846963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846963"/>
                  </a:lnTo>
                  <a:lnTo>
                    <a:pt x="0" y="8469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5852" r="0" b="-9585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6339840" cy="913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 b="true">
                  <a:solidFill>
                    <a:srgbClr val="4F46E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Store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280160" y="5647944"/>
            <a:ext cx="4754880" cy="1374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Students &amp; marks in SQLite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6470018" y="5006978"/>
            <a:ext cx="5348002" cy="2147602"/>
          </a:xfrm>
          <a:custGeom>
            <a:avLst/>
            <a:gdLst/>
            <a:ahLst/>
            <a:cxnLst/>
            <a:rect r="r" b="b" t="t" l="l"/>
            <a:pathLst>
              <a:path h="2147602" w="5348002">
                <a:moveTo>
                  <a:pt x="0" y="0"/>
                </a:moveTo>
                <a:lnTo>
                  <a:pt x="5348002" y="0"/>
                </a:lnTo>
                <a:lnTo>
                  <a:pt x="5348002" y="2147602"/>
                </a:lnTo>
                <a:lnTo>
                  <a:pt x="0" y="21476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6528816" y="5248656"/>
            <a:ext cx="128016" cy="1664208"/>
            <a:chOff x="0" y="0"/>
            <a:chExt cx="170688" cy="221894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70688" cy="2218944"/>
            </a:xfrm>
            <a:custGeom>
              <a:avLst/>
              <a:gdLst/>
              <a:ahLst/>
              <a:cxnLst/>
              <a:rect r="r" b="b" t="t" l="l"/>
              <a:pathLst>
                <a:path h="2218944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218944"/>
                  </a:lnTo>
                  <a:lnTo>
                    <a:pt x="0" y="2218944"/>
                  </a:lnTo>
                  <a:close/>
                </a:path>
              </a:pathLst>
            </a:custGeom>
            <a:solidFill>
              <a:srgbClr val="DB2777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858000" y="5138928"/>
            <a:ext cx="4754880" cy="585216"/>
            <a:chOff x="0" y="0"/>
            <a:chExt cx="6339840" cy="78028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339840" cy="780288"/>
            </a:xfrm>
            <a:custGeom>
              <a:avLst/>
              <a:gdLst/>
              <a:ahLst/>
              <a:cxnLst/>
              <a:rect r="r" b="b" t="t" l="l"/>
              <a:pathLst>
                <a:path h="78028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206" r="0" b="-108204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6858000" y="5088922"/>
            <a:ext cx="4754880" cy="635222"/>
            <a:chOff x="0" y="0"/>
            <a:chExt cx="6339840" cy="84696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339840" cy="846963"/>
            </a:xfrm>
            <a:custGeom>
              <a:avLst/>
              <a:gdLst/>
              <a:ahLst/>
              <a:cxnLst/>
              <a:rect r="r" b="b" t="t" l="l"/>
              <a:pathLst>
                <a:path h="846963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846963"/>
                  </a:lnTo>
                  <a:lnTo>
                    <a:pt x="0" y="8469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5852" r="0" b="-9585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66675"/>
              <a:ext cx="6339840" cy="913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 b="true">
                  <a:solidFill>
                    <a:srgbClr val="DB277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Sort &amp; Rank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6858000" y="5647944"/>
            <a:ext cx="4754880" cy="1374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Manual sorting algorithms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12047858" y="5006978"/>
            <a:ext cx="5348002" cy="2147602"/>
          </a:xfrm>
          <a:custGeom>
            <a:avLst/>
            <a:gdLst/>
            <a:ahLst/>
            <a:cxnLst/>
            <a:rect r="r" b="b" t="t" l="l"/>
            <a:pathLst>
              <a:path h="2147602" w="5348002">
                <a:moveTo>
                  <a:pt x="0" y="0"/>
                </a:moveTo>
                <a:lnTo>
                  <a:pt x="5348002" y="0"/>
                </a:lnTo>
                <a:lnTo>
                  <a:pt x="5348002" y="2147602"/>
                </a:lnTo>
                <a:lnTo>
                  <a:pt x="0" y="214760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12106656" y="5248656"/>
            <a:ext cx="128016" cy="1664208"/>
            <a:chOff x="0" y="0"/>
            <a:chExt cx="170688" cy="221894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70688" cy="2218944"/>
            </a:xfrm>
            <a:custGeom>
              <a:avLst/>
              <a:gdLst/>
              <a:ahLst/>
              <a:cxnLst/>
              <a:rect r="r" b="b" t="t" l="l"/>
              <a:pathLst>
                <a:path h="2218944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218944"/>
                  </a:lnTo>
                  <a:lnTo>
                    <a:pt x="0" y="2218944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435840" y="5138928"/>
            <a:ext cx="4754880" cy="585216"/>
            <a:chOff x="0" y="0"/>
            <a:chExt cx="6339840" cy="78028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339840" cy="780288"/>
            </a:xfrm>
            <a:custGeom>
              <a:avLst/>
              <a:gdLst/>
              <a:ahLst/>
              <a:cxnLst/>
              <a:rect r="r" b="b" t="t" l="l"/>
              <a:pathLst>
                <a:path h="78028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206" r="0" b="-108204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2435840" y="5088922"/>
            <a:ext cx="4754880" cy="635222"/>
            <a:chOff x="0" y="0"/>
            <a:chExt cx="6339840" cy="84696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339840" cy="846963"/>
            </a:xfrm>
            <a:custGeom>
              <a:avLst/>
              <a:gdLst/>
              <a:ahLst/>
              <a:cxnLst/>
              <a:rect r="r" b="b" t="t" l="l"/>
              <a:pathLst>
                <a:path h="846963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846963"/>
                  </a:lnTo>
                  <a:lnTo>
                    <a:pt x="0" y="8469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5852" r="0" b="-9585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66675"/>
              <a:ext cx="6339840" cy="913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 b="true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Search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2435840" y="5647944"/>
            <a:ext cx="4754880" cy="1374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Binary Search on sorted data</a:t>
            </a:r>
          </a:p>
        </p:txBody>
      </p:sp>
      <p:sp>
        <p:nvSpPr>
          <p:cNvPr name="Freeform 59" id="59"/>
          <p:cNvSpPr/>
          <p:nvPr/>
        </p:nvSpPr>
        <p:spPr>
          <a:xfrm flipH="false" flipV="false" rot="0">
            <a:off x="892178" y="7384418"/>
            <a:ext cx="5348002" cy="2147602"/>
          </a:xfrm>
          <a:custGeom>
            <a:avLst/>
            <a:gdLst/>
            <a:ahLst/>
            <a:cxnLst/>
            <a:rect r="r" b="b" t="t" l="l"/>
            <a:pathLst>
              <a:path h="2147602" w="5348002">
                <a:moveTo>
                  <a:pt x="0" y="0"/>
                </a:moveTo>
                <a:lnTo>
                  <a:pt x="5348002" y="0"/>
                </a:lnTo>
                <a:lnTo>
                  <a:pt x="5348002" y="2147602"/>
                </a:lnTo>
                <a:lnTo>
                  <a:pt x="0" y="21476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950976" y="7626096"/>
            <a:ext cx="128016" cy="1664208"/>
            <a:chOff x="0" y="0"/>
            <a:chExt cx="170688" cy="221894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70688" cy="2218944"/>
            </a:xfrm>
            <a:custGeom>
              <a:avLst/>
              <a:gdLst/>
              <a:ahLst/>
              <a:cxnLst/>
              <a:rect r="r" b="b" t="t" l="l"/>
              <a:pathLst>
                <a:path h="2218944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218944"/>
                  </a:lnTo>
                  <a:lnTo>
                    <a:pt x="0" y="2218944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80160" y="7516368"/>
            <a:ext cx="4754880" cy="585216"/>
            <a:chOff x="0" y="0"/>
            <a:chExt cx="6339840" cy="78028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339840" cy="780288"/>
            </a:xfrm>
            <a:custGeom>
              <a:avLst/>
              <a:gdLst/>
              <a:ahLst/>
              <a:cxnLst/>
              <a:rect r="r" b="b" t="t" l="l"/>
              <a:pathLst>
                <a:path h="78028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206" r="0" b="-108204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280160" y="7466362"/>
            <a:ext cx="4754880" cy="635222"/>
            <a:chOff x="0" y="0"/>
            <a:chExt cx="6339840" cy="84696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339840" cy="846963"/>
            </a:xfrm>
            <a:custGeom>
              <a:avLst/>
              <a:gdLst/>
              <a:ahLst/>
              <a:cxnLst/>
              <a:rect r="r" b="b" t="t" l="l"/>
              <a:pathLst>
                <a:path h="846963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846963"/>
                  </a:lnTo>
                  <a:lnTo>
                    <a:pt x="0" y="8469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5852" r="0" b="-95852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66675"/>
              <a:ext cx="6339840" cy="913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Range</a:t>
              </a: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280160" y="8025384"/>
            <a:ext cx="4754880" cy="1374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Lower &amp; upper bound queries</a:t>
            </a:r>
          </a:p>
        </p:txBody>
      </p:sp>
      <p:sp>
        <p:nvSpPr>
          <p:cNvPr name="Freeform 68" id="68"/>
          <p:cNvSpPr/>
          <p:nvPr/>
        </p:nvSpPr>
        <p:spPr>
          <a:xfrm flipH="false" flipV="false" rot="0">
            <a:off x="6470018" y="7384418"/>
            <a:ext cx="5348002" cy="2147602"/>
          </a:xfrm>
          <a:custGeom>
            <a:avLst/>
            <a:gdLst/>
            <a:ahLst/>
            <a:cxnLst/>
            <a:rect r="r" b="b" t="t" l="l"/>
            <a:pathLst>
              <a:path h="2147602" w="5348002">
                <a:moveTo>
                  <a:pt x="0" y="0"/>
                </a:moveTo>
                <a:lnTo>
                  <a:pt x="5348002" y="0"/>
                </a:lnTo>
                <a:lnTo>
                  <a:pt x="5348002" y="2147602"/>
                </a:lnTo>
                <a:lnTo>
                  <a:pt x="0" y="214760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6528816" y="7626096"/>
            <a:ext cx="128016" cy="1664208"/>
            <a:chOff x="0" y="0"/>
            <a:chExt cx="170688" cy="221894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70688" cy="2218944"/>
            </a:xfrm>
            <a:custGeom>
              <a:avLst/>
              <a:gdLst/>
              <a:ahLst/>
              <a:cxnLst/>
              <a:rect r="r" b="b" t="t" l="l"/>
              <a:pathLst>
                <a:path h="2218944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218944"/>
                  </a:lnTo>
                  <a:lnTo>
                    <a:pt x="0" y="2218944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6858000" y="7516368"/>
            <a:ext cx="4754880" cy="585216"/>
            <a:chOff x="0" y="0"/>
            <a:chExt cx="6339840" cy="780288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339840" cy="780288"/>
            </a:xfrm>
            <a:custGeom>
              <a:avLst/>
              <a:gdLst/>
              <a:ahLst/>
              <a:cxnLst/>
              <a:rect r="r" b="b" t="t" l="l"/>
              <a:pathLst>
                <a:path h="78028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206" r="0" b="-108204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6858000" y="7466362"/>
            <a:ext cx="4754880" cy="635222"/>
            <a:chOff x="0" y="0"/>
            <a:chExt cx="6339840" cy="846963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339840" cy="846963"/>
            </a:xfrm>
            <a:custGeom>
              <a:avLst/>
              <a:gdLst/>
              <a:ahLst/>
              <a:cxnLst/>
              <a:rect r="r" b="b" t="t" l="l"/>
              <a:pathLst>
                <a:path h="846963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846963"/>
                  </a:lnTo>
                  <a:lnTo>
                    <a:pt x="0" y="8469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5852" r="0" b="-95852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66675"/>
              <a:ext cx="6339840" cy="913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Graph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6858000" y="8025384"/>
            <a:ext cx="4754880" cy="1374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Subject relationships</a:t>
            </a:r>
          </a:p>
        </p:txBody>
      </p:sp>
      <p:sp>
        <p:nvSpPr>
          <p:cNvPr name="Freeform 77" id="77"/>
          <p:cNvSpPr/>
          <p:nvPr/>
        </p:nvSpPr>
        <p:spPr>
          <a:xfrm flipH="false" flipV="false" rot="0">
            <a:off x="12047858" y="7384418"/>
            <a:ext cx="5348002" cy="2147602"/>
          </a:xfrm>
          <a:custGeom>
            <a:avLst/>
            <a:gdLst/>
            <a:ahLst/>
            <a:cxnLst/>
            <a:rect r="r" b="b" t="t" l="l"/>
            <a:pathLst>
              <a:path h="2147602" w="5348002">
                <a:moveTo>
                  <a:pt x="0" y="0"/>
                </a:moveTo>
                <a:lnTo>
                  <a:pt x="5348002" y="0"/>
                </a:lnTo>
                <a:lnTo>
                  <a:pt x="5348002" y="2147602"/>
                </a:lnTo>
                <a:lnTo>
                  <a:pt x="0" y="2147602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8" id="78"/>
          <p:cNvGrpSpPr/>
          <p:nvPr/>
        </p:nvGrpSpPr>
        <p:grpSpPr>
          <a:xfrm rot="0">
            <a:off x="12106656" y="7626096"/>
            <a:ext cx="128016" cy="1664208"/>
            <a:chOff x="0" y="0"/>
            <a:chExt cx="170688" cy="221894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70688" cy="2218944"/>
            </a:xfrm>
            <a:custGeom>
              <a:avLst/>
              <a:gdLst/>
              <a:ahLst/>
              <a:cxnLst/>
              <a:rect r="r" b="b" t="t" l="l"/>
              <a:pathLst>
                <a:path h="2218944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218944"/>
                  </a:lnTo>
                  <a:lnTo>
                    <a:pt x="0" y="2218944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2435840" y="7516368"/>
            <a:ext cx="4754880" cy="585216"/>
            <a:chOff x="0" y="0"/>
            <a:chExt cx="6339840" cy="78028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339840" cy="780288"/>
            </a:xfrm>
            <a:custGeom>
              <a:avLst/>
              <a:gdLst/>
              <a:ahLst/>
              <a:cxnLst/>
              <a:rect r="r" b="b" t="t" l="l"/>
              <a:pathLst>
                <a:path h="78028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206" r="0" b="-108204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2435840" y="7466362"/>
            <a:ext cx="4754880" cy="635222"/>
            <a:chOff x="0" y="0"/>
            <a:chExt cx="6339840" cy="846963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339840" cy="846963"/>
            </a:xfrm>
            <a:custGeom>
              <a:avLst/>
              <a:gdLst/>
              <a:ahLst/>
              <a:cxnLst/>
              <a:rect r="r" b="b" t="t" l="l"/>
              <a:pathLst>
                <a:path h="846963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846963"/>
                  </a:lnTo>
                  <a:lnTo>
                    <a:pt x="0" y="8469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5852" r="0" b="-95852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66675"/>
              <a:ext cx="6339840" cy="913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8"/>
                </a:lnSpc>
              </a:pPr>
              <a:r>
                <a:rPr lang="en-US" sz="2799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Visualize</a:t>
              </a:r>
            </a:p>
          </p:txBody>
        </p:sp>
      </p:grpSp>
      <p:sp>
        <p:nvSpPr>
          <p:cNvPr name="TextBox 85" id="85"/>
          <p:cNvSpPr txBox="true"/>
          <p:nvPr/>
        </p:nvSpPr>
        <p:spPr>
          <a:xfrm rot="0">
            <a:off x="12435840" y="8025384"/>
            <a:ext cx="4754880" cy="1374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Steps, comparisons, time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37360"/>
            <a:chOff x="0" y="0"/>
            <a:chExt cx="24384000" cy="2316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316480"/>
            </a:xfrm>
            <a:custGeom>
              <a:avLst/>
              <a:gdLst/>
              <a:ahLst/>
              <a:cxnLst/>
              <a:rect r="r" b="b" t="t" l="l"/>
              <a:pathLst>
                <a:path h="231648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737360"/>
            <a:ext cx="18288000" cy="109728"/>
            <a:chOff x="0" y="0"/>
            <a:chExt cx="24384000" cy="1463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219456"/>
            <a:ext cx="14996160" cy="1005840"/>
            <a:chOff x="0" y="0"/>
            <a:chExt cx="19994880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948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302" r="0" b="-24030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126587"/>
            <a:ext cx="14996160" cy="1098709"/>
            <a:chOff x="0" y="0"/>
            <a:chExt cx="19994880" cy="14649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94880" cy="1464945"/>
            </a:xfrm>
            <a:custGeom>
              <a:avLst/>
              <a:gdLst/>
              <a:ahLst/>
              <a:cxnLst/>
              <a:rect r="r" b="b" t="t" l="l"/>
              <a:pathLst>
                <a:path h="1464945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464945"/>
                  </a:lnTo>
                  <a:lnTo>
                    <a:pt x="0" y="14649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5949" r="0" b="-21594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19994880" cy="1588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Technologies &amp; Architecture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097280"/>
            <a:ext cx="14996160" cy="512064"/>
            <a:chOff x="0" y="0"/>
            <a:chExt cx="19994880" cy="682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994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236" r="0" b="-520236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1068705"/>
            <a:ext cx="14996160" cy="540639"/>
            <a:chOff x="0" y="0"/>
            <a:chExt cx="19994880" cy="7208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994880" cy="720852"/>
            </a:xfrm>
            <a:custGeom>
              <a:avLst/>
              <a:gdLst/>
              <a:ahLst/>
              <a:cxnLst/>
              <a:rect r="r" b="b" t="t" l="l"/>
              <a:pathLst>
                <a:path h="72085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0472" r="0" b="-49047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99488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8"/>
                </a:lnSpc>
              </a:pPr>
              <a:r>
                <a:rPr lang="en-US" sz="240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Simple layered design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642080" y="365760"/>
            <a:ext cx="1005840" cy="1005840"/>
            <a:chOff x="0" y="0"/>
            <a:chExt cx="1341120" cy="13411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6642080" y="365760"/>
            <a:ext cx="1005840" cy="1005840"/>
            <a:chOff x="0" y="0"/>
            <a:chExt cx="1341120" cy="13411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642080" y="315754"/>
            <a:ext cx="1005840" cy="1055846"/>
            <a:chOff x="0" y="0"/>
            <a:chExt cx="1341120" cy="14077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1120" cy="1407795"/>
            </a:xfrm>
            <a:custGeom>
              <a:avLst/>
              <a:gdLst/>
              <a:ahLst/>
              <a:cxnLst/>
              <a:rect r="r" b="b" t="t" l="l"/>
              <a:pathLst>
                <a:path h="1407795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407795"/>
                  </a:lnTo>
                  <a:lnTo>
                    <a:pt x="0" y="14077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4682" t="0" r="-84682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341120" cy="1474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8"/>
                </a:lnSpc>
              </a:pPr>
              <a:r>
                <a:rPr lang="en-US" sz="2799" b="true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2560320"/>
            <a:ext cx="3108960" cy="2377440"/>
            <a:chOff x="0" y="0"/>
            <a:chExt cx="4145280" cy="31699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1452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41452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3901440" y="0"/>
                  </a:lnTo>
                  <a:cubicBezTo>
                    <a:pt x="4036060" y="0"/>
                    <a:pt x="4145280" y="109220"/>
                    <a:pt x="4145280" y="243840"/>
                  </a:cubicBezTo>
                  <a:lnTo>
                    <a:pt x="4145280" y="2926080"/>
                  </a:lnTo>
                  <a:cubicBezTo>
                    <a:pt x="4145280" y="3060700"/>
                    <a:pt x="4036060" y="3169920"/>
                    <a:pt x="3901440" y="3169920"/>
                  </a:cubicBezTo>
                  <a:lnTo>
                    <a:pt x="243840" y="3169920"/>
                  </a:lnTo>
                  <a:cubicBezTo>
                    <a:pt x="109220" y="3169920"/>
                    <a:pt x="0" y="3060700"/>
                    <a:pt x="0" y="2926080"/>
                  </a:cubicBezTo>
                  <a:close/>
                </a:path>
              </a:pathLst>
            </a:custGeom>
            <a:solidFill>
              <a:srgbClr val="4F46E5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14400" y="2743200"/>
            <a:ext cx="3108960" cy="731520"/>
            <a:chOff x="0" y="0"/>
            <a:chExt cx="4145280" cy="9753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145280" cy="975360"/>
            </a:xfrm>
            <a:custGeom>
              <a:avLst/>
              <a:gdLst/>
              <a:ahLst/>
              <a:cxnLst/>
              <a:rect r="r" b="b" t="t" l="l"/>
              <a:pathLst>
                <a:path h="97536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753" r="0" b="-32753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14400" y="2693194"/>
            <a:ext cx="3108960" cy="781526"/>
            <a:chOff x="0" y="0"/>
            <a:chExt cx="4145280" cy="104203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145280" cy="1042035"/>
            </a:xfrm>
            <a:custGeom>
              <a:avLst/>
              <a:gdLst/>
              <a:ahLst/>
              <a:cxnLst/>
              <a:rect r="r" b="b" t="t" l="l"/>
              <a:pathLst>
                <a:path h="1042035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42035"/>
                  </a:lnTo>
                  <a:lnTo>
                    <a:pt x="0" y="1042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512" r="0" b="-2751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4145280" cy="1108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8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05840" y="3451860"/>
            <a:ext cx="292608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Python + Flask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4242816" y="2560320"/>
            <a:ext cx="3108960" cy="2377440"/>
            <a:chOff x="0" y="0"/>
            <a:chExt cx="4145280" cy="31699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1452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41452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3901440" y="0"/>
                  </a:lnTo>
                  <a:cubicBezTo>
                    <a:pt x="4036060" y="0"/>
                    <a:pt x="4145280" y="109220"/>
                    <a:pt x="4145280" y="243840"/>
                  </a:cubicBezTo>
                  <a:lnTo>
                    <a:pt x="4145280" y="2926080"/>
                  </a:lnTo>
                  <a:cubicBezTo>
                    <a:pt x="4145280" y="3060700"/>
                    <a:pt x="4036060" y="3169920"/>
                    <a:pt x="3901440" y="3169920"/>
                  </a:cubicBezTo>
                  <a:lnTo>
                    <a:pt x="243840" y="3169920"/>
                  </a:lnTo>
                  <a:cubicBezTo>
                    <a:pt x="109220" y="3169920"/>
                    <a:pt x="0" y="3060700"/>
                    <a:pt x="0" y="2926080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4242816" y="2743200"/>
            <a:ext cx="3108960" cy="731520"/>
            <a:chOff x="0" y="0"/>
            <a:chExt cx="4145280" cy="9753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145280" cy="975360"/>
            </a:xfrm>
            <a:custGeom>
              <a:avLst/>
              <a:gdLst/>
              <a:ahLst/>
              <a:cxnLst/>
              <a:rect r="r" b="b" t="t" l="l"/>
              <a:pathLst>
                <a:path h="97536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753" r="0" b="-32753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4242816" y="2693194"/>
            <a:ext cx="3108960" cy="781526"/>
            <a:chOff x="0" y="0"/>
            <a:chExt cx="4145280" cy="104203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145280" cy="1042035"/>
            </a:xfrm>
            <a:custGeom>
              <a:avLst/>
              <a:gdLst/>
              <a:ahLst/>
              <a:cxnLst/>
              <a:rect r="r" b="b" t="t" l="l"/>
              <a:pathLst>
                <a:path h="1042035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42035"/>
                  </a:lnTo>
                  <a:lnTo>
                    <a:pt x="0" y="1042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512" r="0" b="-27512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4145280" cy="1108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8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4334256" y="3451860"/>
            <a:ext cx="292608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SQLite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7571232" y="2560320"/>
            <a:ext cx="3108960" cy="2377440"/>
            <a:chOff x="0" y="0"/>
            <a:chExt cx="4145280" cy="31699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1452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41452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3901440" y="0"/>
                  </a:lnTo>
                  <a:cubicBezTo>
                    <a:pt x="4036060" y="0"/>
                    <a:pt x="4145280" y="109220"/>
                    <a:pt x="4145280" y="243840"/>
                  </a:cubicBezTo>
                  <a:lnTo>
                    <a:pt x="4145280" y="2926080"/>
                  </a:lnTo>
                  <a:cubicBezTo>
                    <a:pt x="4145280" y="3060700"/>
                    <a:pt x="4036060" y="3169920"/>
                    <a:pt x="3901440" y="3169920"/>
                  </a:cubicBezTo>
                  <a:lnTo>
                    <a:pt x="243840" y="3169920"/>
                  </a:lnTo>
                  <a:cubicBezTo>
                    <a:pt x="109220" y="3169920"/>
                    <a:pt x="0" y="3060700"/>
                    <a:pt x="0" y="2926080"/>
                  </a:cubicBezTo>
                  <a:close/>
                </a:path>
              </a:pathLst>
            </a:custGeom>
            <a:solidFill>
              <a:srgbClr val="EA580C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7571232" y="2743200"/>
            <a:ext cx="3108960" cy="731520"/>
            <a:chOff x="0" y="0"/>
            <a:chExt cx="4145280" cy="9753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145280" cy="975360"/>
            </a:xfrm>
            <a:custGeom>
              <a:avLst/>
              <a:gdLst/>
              <a:ahLst/>
              <a:cxnLst/>
              <a:rect r="r" b="b" t="t" l="l"/>
              <a:pathLst>
                <a:path h="97536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753" r="0" b="-32753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7571232" y="2693194"/>
            <a:ext cx="3108960" cy="781526"/>
            <a:chOff x="0" y="0"/>
            <a:chExt cx="4145280" cy="104203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145280" cy="1042035"/>
            </a:xfrm>
            <a:custGeom>
              <a:avLst/>
              <a:gdLst/>
              <a:ahLst/>
              <a:cxnLst/>
              <a:rect r="r" b="b" t="t" l="l"/>
              <a:pathLst>
                <a:path h="1042035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42035"/>
                  </a:lnTo>
                  <a:lnTo>
                    <a:pt x="0" y="1042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512" r="0" b="-2751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4145280" cy="1108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8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7662672" y="3451860"/>
            <a:ext cx="292608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HTML, CSS, JS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0899648" y="2560320"/>
            <a:ext cx="3108960" cy="2377440"/>
            <a:chOff x="0" y="0"/>
            <a:chExt cx="4145280" cy="31699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1452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41452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3901440" y="0"/>
                  </a:lnTo>
                  <a:cubicBezTo>
                    <a:pt x="4036060" y="0"/>
                    <a:pt x="4145280" y="109220"/>
                    <a:pt x="4145280" y="243840"/>
                  </a:cubicBezTo>
                  <a:lnTo>
                    <a:pt x="4145280" y="2926080"/>
                  </a:lnTo>
                  <a:cubicBezTo>
                    <a:pt x="4145280" y="3060700"/>
                    <a:pt x="4036060" y="3169920"/>
                    <a:pt x="3901440" y="3169920"/>
                  </a:cubicBezTo>
                  <a:lnTo>
                    <a:pt x="243840" y="3169920"/>
                  </a:lnTo>
                  <a:cubicBezTo>
                    <a:pt x="109220" y="3169920"/>
                    <a:pt x="0" y="3060700"/>
                    <a:pt x="0" y="2926080"/>
                  </a:cubicBezTo>
                  <a:close/>
                </a:path>
              </a:pathLst>
            </a:custGeom>
            <a:solidFill>
              <a:srgbClr val="DB2777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0899648" y="2743200"/>
            <a:ext cx="3108960" cy="731520"/>
            <a:chOff x="0" y="0"/>
            <a:chExt cx="4145280" cy="9753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145280" cy="975360"/>
            </a:xfrm>
            <a:custGeom>
              <a:avLst/>
              <a:gdLst/>
              <a:ahLst/>
              <a:cxnLst/>
              <a:rect r="r" b="b" t="t" l="l"/>
              <a:pathLst>
                <a:path h="97536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753" r="0" b="-32753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0899648" y="2693194"/>
            <a:ext cx="3108960" cy="781526"/>
            <a:chOff x="0" y="0"/>
            <a:chExt cx="4145280" cy="104203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145280" cy="1042035"/>
            </a:xfrm>
            <a:custGeom>
              <a:avLst/>
              <a:gdLst/>
              <a:ahLst/>
              <a:cxnLst/>
              <a:rect r="r" b="b" t="t" l="l"/>
              <a:pathLst>
                <a:path h="1042035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42035"/>
                  </a:lnTo>
                  <a:lnTo>
                    <a:pt x="0" y="1042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512" r="0" b="-2751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66675"/>
              <a:ext cx="4145280" cy="1108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8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Charts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0991088" y="3451860"/>
            <a:ext cx="292608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Chart.js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4228064" y="2560320"/>
            <a:ext cx="3108960" cy="2377440"/>
            <a:chOff x="0" y="0"/>
            <a:chExt cx="4145280" cy="316992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145280" cy="3169920"/>
            </a:xfrm>
            <a:custGeom>
              <a:avLst/>
              <a:gdLst/>
              <a:ahLst/>
              <a:cxnLst/>
              <a:rect r="r" b="b" t="t" l="l"/>
              <a:pathLst>
                <a:path h="3169920" w="414528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3901440" y="0"/>
                  </a:lnTo>
                  <a:cubicBezTo>
                    <a:pt x="4036060" y="0"/>
                    <a:pt x="4145280" y="109220"/>
                    <a:pt x="4145280" y="243840"/>
                  </a:cubicBezTo>
                  <a:lnTo>
                    <a:pt x="4145280" y="2926080"/>
                  </a:lnTo>
                  <a:cubicBezTo>
                    <a:pt x="4145280" y="3060700"/>
                    <a:pt x="4036060" y="3169920"/>
                    <a:pt x="3901440" y="3169920"/>
                  </a:cubicBezTo>
                  <a:lnTo>
                    <a:pt x="243840" y="3169920"/>
                  </a:lnTo>
                  <a:cubicBezTo>
                    <a:pt x="109220" y="3169920"/>
                    <a:pt x="0" y="3060700"/>
                    <a:pt x="0" y="2926080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4228064" y="2743200"/>
            <a:ext cx="3108960" cy="731520"/>
            <a:chOff x="0" y="0"/>
            <a:chExt cx="4145280" cy="97536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145280" cy="975360"/>
            </a:xfrm>
            <a:custGeom>
              <a:avLst/>
              <a:gdLst/>
              <a:ahLst/>
              <a:cxnLst/>
              <a:rect r="r" b="b" t="t" l="l"/>
              <a:pathLst>
                <a:path h="97536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753" r="0" b="-32753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4228064" y="2693194"/>
            <a:ext cx="3108960" cy="781526"/>
            <a:chOff x="0" y="0"/>
            <a:chExt cx="4145280" cy="104203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145280" cy="1042035"/>
            </a:xfrm>
            <a:custGeom>
              <a:avLst/>
              <a:gdLst/>
              <a:ahLst/>
              <a:cxnLst/>
              <a:rect r="r" b="b" t="t" l="l"/>
              <a:pathLst>
                <a:path h="1042035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1042035"/>
                  </a:lnTo>
                  <a:lnTo>
                    <a:pt x="0" y="104203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512" r="0" b="-2751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66675"/>
              <a:ext cx="4145280" cy="1108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8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Algorithms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4319504" y="3451860"/>
            <a:ext cx="2926080" cy="1211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Manual Python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914400" y="5486400"/>
            <a:ext cx="7315200" cy="640080"/>
            <a:chOff x="0" y="0"/>
            <a:chExt cx="9753600" cy="8534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531" r="0" b="-172531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14400" y="5443538"/>
            <a:ext cx="7315200" cy="682943"/>
            <a:chOff x="0" y="0"/>
            <a:chExt cx="9753600" cy="91059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753600" cy="910590"/>
            </a:xfrm>
            <a:custGeom>
              <a:avLst/>
              <a:gdLst/>
              <a:ahLst/>
              <a:cxnLst/>
              <a:rect r="r" b="b" t="t" l="l"/>
              <a:pathLst>
                <a:path h="91059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10590"/>
                  </a:lnTo>
                  <a:lnTo>
                    <a:pt x="0" y="9105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8710" r="0" b="-15871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9753600" cy="967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F17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Request Flow</a:t>
              </a:r>
            </a:p>
          </p:txBody>
        </p:sp>
      </p:grpSp>
      <p:sp>
        <p:nvSpPr>
          <p:cNvPr name="Freeform 68" id="68"/>
          <p:cNvSpPr/>
          <p:nvPr/>
        </p:nvSpPr>
        <p:spPr>
          <a:xfrm flipH="false" flipV="false" rot="0">
            <a:off x="881062" y="6367462"/>
            <a:ext cx="2901315" cy="1895475"/>
          </a:xfrm>
          <a:custGeom>
            <a:avLst/>
            <a:gdLst/>
            <a:ahLst/>
            <a:cxnLst/>
            <a:rect r="r" b="b" t="t" l="l"/>
            <a:pathLst>
              <a:path h="1895475" w="2901315">
                <a:moveTo>
                  <a:pt x="0" y="0"/>
                </a:moveTo>
                <a:lnTo>
                  <a:pt x="2901316" y="0"/>
                </a:lnTo>
                <a:lnTo>
                  <a:pt x="2901316" y="1895476"/>
                </a:lnTo>
                <a:lnTo>
                  <a:pt x="0" y="18954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9" id="69"/>
          <p:cNvGrpSpPr/>
          <p:nvPr/>
        </p:nvGrpSpPr>
        <p:grpSpPr>
          <a:xfrm rot="0">
            <a:off x="1005840" y="6400800"/>
            <a:ext cx="2651760" cy="1828800"/>
            <a:chOff x="0" y="0"/>
            <a:chExt cx="3535680" cy="24384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5356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546" t="0" r="-38547" b="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005840" y="6372225"/>
            <a:ext cx="2651760" cy="1857375"/>
            <a:chOff x="0" y="0"/>
            <a:chExt cx="3535680" cy="24765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535680" cy="2476500"/>
            </a:xfrm>
            <a:custGeom>
              <a:avLst/>
              <a:gdLst/>
              <a:ahLst/>
              <a:cxnLst/>
              <a:rect r="r" b="b" t="t" l="l"/>
              <a:pathLst>
                <a:path h="247650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2476500"/>
                  </a:lnTo>
                  <a:lnTo>
                    <a:pt x="0" y="2476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9867" t="0" r="-39867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3535680" cy="2514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 b="true">
                  <a:solidFill>
                    <a:srgbClr val="4F46E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Interface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3694176" y="6949440"/>
            <a:ext cx="585216" cy="731520"/>
            <a:chOff x="0" y="0"/>
            <a:chExt cx="780288" cy="97536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80288" cy="975360"/>
            </a:xfrm>
            <a:custGeom>
              <a:avLst/>
              <a:gdLst/>
              <a:ahLst/>
              <a:cxnLst/>
              <a:rect r="r" b="b" t="t" l="l"/>
              <a:pathLst>
                <a:path h="975360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91" t="0" r="-110489" b="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3694176" y="6906578"/>
            <a:ext cx="585216" cy="774382"/>
            <a:chOff x="0" y="0"/>
            <a:chExt cx="780288" cy="103251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80288" cy="1032510"/>
            </a:xfrm>
            <a:custGeom>
              <a:avLst/>
              <a:gdLst/>
              <a:ahLst/>
              <a:cxnLst/>
              <a:rect r="r" b="b" t="t" l="l"/>
              <a:pathLst>
                <a:path h="1032510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1032510"/>
                  </a:lnTo>
                  <a:lnTo>
                    <a:pt x="0" y="10325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9776" t="0" r="-119776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57150"/>
              <a:ext cx="780288" cy="1089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➜</a:t>
              </a:r>
            </a:p>
          </p:txBody>
        </p:sp>
      </p:grpSp>
      <p:sp>
        <p:nvSpPr>
          <p:cNvPr name="Freeform 79" id="79"/>
          <p:cNvSpPr/>
          <p:nvPr/>
        </p:nvSpPr>
        <p:spPr>
          <a:xfrm flipH="false" flipV="false" rot="0">
            <a:off x="4209478" y="6367462"/>
            <a:ext cx="2901315" cy="1895475"/>
          </a:xfrm>
          <a:custGeom>
            <a:avLst/>
            <a:gdLst/>
            <a:ahLst/>
            <a:cxnLst/>
            <a:rect r="r" b="b" t="t" l="l"/>
            <a:pathLst>
              <a:path h="1895475" w="2901315">
                <a:moveTo>
                  <a:pt x="0" y="0"/>
                </a:moveTo>
                <a:lnTo>
                  <a:pt x="2901316" y="0"/>
                </a:lnTo>
                <a:lnTo>
                  <a:pt x="2901316" y="1895476"/>
                </a:lnTo>
                <a:lnTo>
                  <a:pt x="0" y="18954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0" id="80"/>
          <p:cNvGrpSpPr/>
          <p:nvPr/>
        </p:nvGrpSpPr>
        <p:grpSpPr>
          <a:xfrm rot="0">
            <a:off x="4334256" y="6400800"/>
            <a:ext cx="2651760" cy="1828800"/>
            <a:chOff x="0" y="0"/>
            <a:chExt cx="3535680" cy="24384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5356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546" t="0" r="-38547" b="0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4334256" y="6372225"/>
            <a:ext cx="2651760" cy="1857375"/>
            <a:chOff x="0" y="0"/>
            <a:chExt cx="3535680" cy="24765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3535680" cy="2476500"/>
            </a:xfrm>
            <a:custGeom>
              <a:avLst/>
              <a:gdLst/>
              <a:ahLst/>
              <a:cxnLst/>
              <a:rect r="r" b="b" t="t" l="l"/>
              <a:pathLst>
                <a:path h="247650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2476500"/>
                  </a:lnTo>
                  <a:lnTo>
                    <a:pt x="0" y="2476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9867" t="0" r="-39867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3535680" cy="2514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Flask REST API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7022592" y="6949440"/>
            <a:ext cx="585216" cy="731520"/>
            <a:chOff x="0" y="0"/>
            <a:chExt cx="780288" cy="97536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80288" cy="975360"/>
            </a:xfrm>
            <a:custGeom>
              <a:avLst/>
              <a:gdLst/>
              <a:ahLst/>
              <a:cxnLst/>
              <a:rect r="r" b="b" t="t" l="l"/>
              <a:pathLst>
                <a:path h="975360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91" t="0" r="-110489" b="0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7022592" y="6906578"/>
            <a:ext cx="585216" cy="774382"/>
            <a:chOff x="0" y="0"/>
            <a:chExt cx="780288" cy="103251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780288" cy="1032510"/>
            </a:xfrm>
            <a:custGeom>
              <a:avLst/>
              <a:gdLst/>
              <a:ahLst/>
              <a:cxnLst/>
              <a:rect r="r" b="b" t="t" l="l"/>
              <a:pathLst>
                <a:path h="1032510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1032510"/>
                  </a:lnTo>
                  <a:lnTo>
                    <a:pt x="0" y="10325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9776" t="0" r="-119776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57150"/>
              <a:ext cx="780288" cy="1089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➜</a:t>
              </a:r>
            </a:p>
          </p:txBody>
        </p:sp>
      </p:grpSp>
      <p:sp>
        <p:nvSpPr>
          <p:cNvPr name="Freeform 90" id="90"/>
          <p:cNvSpPr/>
          <p:nvPr/>
        </p:nvSpPr>
        <p:spPr>
          <a:xfrm flipH="false" flipV="false" rot="0">
            <a:off x="7537894" y="6367462"/>
            <a:ext cx="2901315" cy="1895475"/>
          </a:xfrm>
          <a:custGeom>
            <a:avLst/>
            <a:gdLst/>
            <a:ahLst/>
            <a:cxnLst/>
            <a:rect r="r" b="b" t="t" l="l"/>
            <a:pathLst>
              <a:path h="1895475" w="2901315">
                <a:moveTo>
                  <a:pt x="0" y="0"/>
                </a:moveTo>
                <a:lnTo>
                  <a:pt x="2901316" y="0"/>
                </a:lnTo>
                <a:lnTo>
                  <a:pt x="2901316" y="1895476"/>
                </a:lnTo>
                <a:lnTo>
                  <a:pt x="0" y="189547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1" id="91"/>
          <p:cNvGrpSpPr/>
          <p:nvPr/>
        </p:nvGrpSpPr>
        <p:grpSpPr>
          <a:xfrm rot="0">
            <a:off x="7662672" y="6400800"/>
            <a:ext cx="2651760" cy="1828800"/>
            <a:chOff x="0" y="0"/>
            <a:chExt cx="3535680" cy="24384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5356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546" t="0" r="-38547" b="0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7662672" y="6372225"/>
            <a:ext cx="2651760" cy="1857375"/>
            <a:chOff x="0" y="0"/>
            <a:chExt cx="3535680" cy="24765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3535680" cy="2476500"/>
            </a:xfrm>
            <a:custGeom>
              <a:avLst/>
              <a:gdLst/>
              <a:ahLst/>
              <a:cxnLst/>
              <a:rect r="r" b="b" t="t" l="l"/>
              <a:pathLst>
                <a:path h="247650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2476500"/>
                  </a:lnTo>
                  <a:lnTo>
                    <a:pt x="0" y="2476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9867" t="0" r="-39867" b="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-38100"/>
              <a:ext cx="3535680" cy="2514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 b="true">
                  <a:solidFill>
                    <a:srgbClr val="EA580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Algorithms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0351008" y="6949440"/>
            <a:ext cx="585216" cy="731520"/>
            <a:chOff x="0" y="0"/>
            <a:chExt cx="780288" cy="97536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80288" cy="975360"/>
            </a:xfrm>
            <a:custGeom>
              <a:avLst/>
              <a:gdLst/>
              <a:ahLst/>
              <a:cxnLst/>
              <a:rect r="r" b="b" t="t" l="l"/>
              <a:pathLst>
                <a:path h="975360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91" t="0" r="-110489" b="0"/>
              </a:stretch>
            </a:blip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0351008" y="6906578"/>
            <a:ext cx="585216" cy="774382"/>
            <a:chOff x="0" y="0"/>
            <a:chExt cx="780288" cy="103251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780288" cy="1032510"/>
            </a:xfrm>
            <a:custGeom>
              <a:avLst/>
              <a:gdLst/>
              <a:ahLst/>
              <a:cxnLst/>
              <a:rect r="r" b="b" t="t" l="l"/>
              <a:pathLst>
                <a:path h="1032510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1032510"/>
                  </a:lnTo>
                  <a:lnTo>
                    <a:pt x="0" y="10325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9776" t="0" r="-119776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57150"/>
              <a:ext cx="780288" cy="1089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➜</a:t>
              </a:r>
            </a:p>
          </p:txBody>
        </p:sp>
      </p:grpSp>
      <p:sp>
        <p:nvSpPr>
          <p:cNvPr name="Freeform 101" id="101"/>
          <p:cNvSpPr/>
          <p:nvPr/>
        </p:nvSpPr>
        <p:spPr>
          <a:xfrm flipH="false" flipV="false" rot="0">
            <a:off x="10866310" y="6367462"/>
            <a:ext cx="2901315" cy="1895475"/>
          </a:xfrm>
          <a:custGeom>
            <a:avLst/>
            <a:gdLst/>
            <a:ahLst/>
            <a:cxnLst/>
            <a:rect r="r" b="b" t="t" l="l"/>
            <a:pathLst>
              <a:path h="1895475" w="2901315">
                <a:moveTo>
                  <a:pt x="0" y="0"/>
                </a:moveTo>
                <a:lnTo>
                  <a:pt x="2901316" y="0"/>
                </a:lnTo>
                <a:lnTo>
                  <a:pt x="2901316" y="1895476"/>
                </a:lnTo>
                <a:lnTo>
                  <a:pt x="0" y="189547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2" id="102"/>
          <p:cNvGrpSpPr/>
          <p:nvPr/>
        </p:nvGrpSpPr>
        <p:grpSpPr>
          <a:xfrm rot="0">
            <a:off x="10991088" y="6400800"/>
            <a:ext cx="2651760" cy="1828800"/>
            <a:chOff x="0" y="0"/>
            <a:chExt cx="3535680" cy="24384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5356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546" t="0" r="-38547" b="0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0991088" y="6372225"/>
            <a:ext cx="2651760" cy="1857375"/>
            <a:chOff x="0" y="0"/>
            <a:chExt cx="3535680" cy="247650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3535680" cy="2476500"/>
            </a:xfrm>
            <a:custGeom>
              <a:avLst/>
              <a:gdLst/>
              <a:ahLst/>
              <a:cxnLst/>
              <a:rect r="r" b="b" t="t" l="l"/>
              <a:pathLst>
                <a:path h="247650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2476500"/>
                  </a:lnTo>
                  <a:lnTo>
                    <a:pt x="0" y="2476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9867" t="0" r="-39867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3535680" cy="2514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 b="true">
                  <a:solidFill>
                    <a:srgbClr val="DB277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SQLite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3679424" y="6949440"/>
            <a:ext cx="585216" cy="731520"/>
            <a:chOff x="0" y="0"/>
            <a:chExt cx="780288" cy="97536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780288" cy="975360"/>
            </a:xfrm>
            <a:custGeom>
              <a:avLst/>
              <a:gdLst/>
              <a:ahLst/>
              <a:cxnLst/>
              <a:rect r="r" b="b" t="t" l="l"/>
              <a:pathLst>
                <a:path h="975360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91" t="0" r="-110489" b="0"/>
              </a:stretch>
            </a:blip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13679424" y="6906578"/>
            <a:ext cx="585216" cy="774382"/>
            <a:chOff x="0" y="0"/>
            <a:chExt cx="780288" cy="103251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780288" cy="1032510"/>
            </a:xfrm>
            <a:custGeom>
              <a:avLst/>
              <a:gdLst/>
              <a:ahLst/>
              <a:cxnLst/>
              <a:rect r="r" b="b" t="t" l="l"/>
              <a:pathLst>
                <a:path h="1032510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1032510"/>
                  </a:lnTo>
                  <a:lnTo>
                    <a:pt x="0" y="10325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19776" t="0" r="-119776" b="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57150"/>
              <a:ext cx="780288" cy="1089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0F172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➜</a:t>
              </a:r>
            </a:p>
          </p:txBody>
        </p:sp>
      </p:grpSp>
      <p:sp>
        <p:nvSpPr>
          <p:cNvPr name="Freeform 112" id="112"/>
          <p:cNvSpPr/>
          <p:nvPr/>
        </p:nvSpPr>
        <p:spPr>
          <a:xfrm flipH="false" flipV="false" rot="0">
            <a:off x="14194726" y="6367462"/>
            <a:ext cx="2901315" cy="1895475"/>
          </a:xfrm>
          <a:custGeom>
            <a:avLst/>
            <a:gdLst/>
            <a:ahLst/>
            <a:cxnLst/>
            <a:rect r="r" b="b" t="t" l="l"/>
            <a:pathLst>
              <a:path h="1895475" w="2901315">
                <a:moveTo>
                  <a:pt x="0" y="0"/>
                </a:moveTo>
                <a:lnTo>
                  <a:pt x="2901316" y="0"/>
                </a:lnTo>
                <a:lnTo>
                  <a:pt x="2901316" y="1895476"/>
                </a:lnTo>
                <a:lnTo>
                  <a:pt x="0" y="189547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3" id="113"/>
          <p:cNvGrpSpPr/>
          <p:nvPr/>
        </p:nvGrpSpPr>
        <p:grpSpPr>
          <a:xfrm rot="0">
            <a:off x="14319504" y="6400800"/>
            <a:ext cx="2651760" cy="1828800"/>
            <a:chOff x="0" y="0"/>
            <a:chExt cx="3535680" cy="243840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35356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8546" t="0" r="-38547" b="0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14319504" y="6372225"/>
            <a:ext cx="2651760" cy="1857375"/>
            <a:chOff x="0" y="0"/>
            <a:chExt cx="3535680" cy="2476500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3535680" cy="2476500"/>
            </a:xfrm>
            <a:custGeom>
              <a:avLst/>
              <a:gdLst/>
              <a:ahLst/>
              <a:cxnLst/>
              <a:rect r="r" b="b" t="t" l="l"/>
              <a:pathLst>
                <a:path h="2476500" w="3535680">
                  <a:moveTo>
                    <a:pt x="0" y="0"/>
                  </a:moveTo>
                  <a:lnTo>
                    <a:pt x="3535680" y="0"/>
                  </a:lnTo>
                  <a:lnTo>
                    <a:pt x="3535680" y="2476500"/>
                  </a:lnTo>
                  <a:lnTo>
                    <a:pt x="0" y="24765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9867" t="0" r="-39867" b="0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-38100"/>
              <a:ext cx="3535680" cy="25146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400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 &amp; Charts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37360"/>
            <a:chOff x="0" y="0"/>
            <a:chExt cx="24384000" cy="2316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316480"/>
            </a:xfrm>
            <a:custGeom>
              <a:avLst/>
              <a:gdLst/>
              <a:ahLst/>
              <a:cxnLst/>
              <a:rect r="r" b="b" t="t" l="l"/>
              <a:pathLst>
                <a:path h="231648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DB277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737360"/>
            <a:ext cx="18288000" cy="109728"/>
            <a:chOff x="0" y="0"/>
            <a:chExt cx="24384000" cy="1463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219456"/>
            <a:ext cx="14996160" cy="1005840"/>
            <a:chOff x="0" y="0"/>
            <a:chExt cx="19994880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948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302" r="0" b="-24030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126587"/>
            <a:ext cx="14996160" cy="1098709"/>
            <a:chOff x="0" y="0"/>
            <a:chExt cx="19994880" cy="14649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94880" cy="1464945"/>
            </a:xfrm>
            <a:custGeom>
              <a:avLst/>
              <a:gdLst/>
              <a:ahLst/>
              <a:cxnLst/>
              <a:rect r="r" b="b" t="t" l="l"/>
              <a:pathLst>
                <a:path h="1464945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464945"/>
                  </a:lnTo>
                  <a:lnTo>
                    <a:pt x="0" y="14649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5949" r="0" b="-21594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19994880" cy="1588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Core Algorithms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097280"/>
            <a:ext cx="14996160" cy="512064"/>
            <a:chOff x="0" y="0"/>
            <a:chExt cx="19994880" cy="682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994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236" r="0" b="-520236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1068705"/>
            <a:ext cx="14996160" cy="540639"/>
            <a:chOff x="0" y="0"/>
            <a:chExt cx="19994880" cy="7208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994880" cy="720852"/>
            </a:xfrm>
            <a:custGeom>
              <a:avLst/>
              <a:gdLst/>
              <a:ahLst/>
              <a:cxnLst/>
              <a:rect r="r" b="b" t="t" l="l"/>
              <a:pathLst>
                <a:path h="72085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0472" r="0" b="-49047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99488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8"/>
                </a:lnSpc>
              </a:pPr>
              <a:r>
                <a:rPr lang="en-US" sz="240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Each one is visualized step by step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642080" y="365760"/>
            <a:ext cx="1005840" cy="1005840"/>
            <a:chOff x="0" y="0"/>
            <a:chExt cx="1341120" cy="13411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6642080" y="365760"/>
            <a:ext cx="1005840" cy="1005840"/>
            <a:chOff x="0" y="0"/>
            <a:chExt cx="1341120" cy="13411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642080" y="315754"/>
            <a:ext cx="1005840" cy="1055846"/>
            <a:chOff x="0" y="0"/>
            <a:chExt cx="1341120" cy="14077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1120" cy="1407795"/>
            </a:xfrm>
            <a:custGeom>
              <a:avLst/>
              <a:gdLst/>
              <a:ahLst/>
              <a:cxnLst/>
              <a:rect r="r" b="b" t="t" l="l"/>
              <a:pathLst>
                <a:path h="1407795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407795"/>
                  </a:lnTo>
                  <a:lnTo>
                    <a:pt x="0" y="14077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4682" t="0" r="-84682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341120" cy="1474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8"/>
                </a:lnSpc>
              </a:pPr>
              <a:r>
                <a:rPr lang="en-US" sz="2799" b="true">
                  <a:solidFill>
                    <a:srgbClr val="DB277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892178" y="2355218"/>
            <a:ext cx="8091202" cy="3336322"/>
          </a:xfrm>
          <a:custGeom>
            <a:avLst/>
            <a:gdLst/>
            <a:ahLst/>
            <a:cxnLst/>
            <a:rect r="r" b="b" t="t" l="l"/>
            <a:pathLst>
              <a:path h="3336322" w="8091202">
                <a:moveTo>
                  <a:pt x="0" y="0"/>
                </a:moveTo>
                <a:lnTo>
                  <a:pt x="8091202" y="0"/>
                </a:lnTo>
                <a:lnTo>
                  <a:pt x="8091202" y="3336322"/>
                </a:lnTo>
                <a:lnTo>
                  <a:pt x="0" y="33363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950976" y="2596896"/>
            <a:ext cx="128016" cy="2852928"/>
            <a:chOff x="0" y="0"/>
            <a:chExt cx="170688" cy="380390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70688" cy="3803904"/>
            </a:xfrm>
            <a:custGeom>
              <a:avLst/>
              <a:gdLst/>
              <a:ahLst/>
              <a:cxnLst/>
              <a:rect r="r" b="b" t="t" l="l"/>
              <a:pathLst>
                <a:path h="3803904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803904"/>
                  </a:lnTo>
                  <a:lnTo>
                    <a:pt x="0" y="3803904"/>
                  </a:lnTo>
                  <a:close/>
                </a:path>
              </a:pathLst>
            </a:custGeom>
            <a:solidFill>
              <a:srgbClr val="DB2777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80160" y="2487168"/>
            <a:ext cx="7498080" cy="585216"/>
            <a:chOff x="0" y="0"/>
            <a:chExt cx="9997440" cy="78028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479" r="0" b="-199477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80160" y="2437162"/>
            <a:ext cx="7498080" cy="635222"/>
            <a:chOff x="0" y="0"/>
            <a:chExt cx="9997440" cy="84696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997440" cy="846963"/>
            </a:xfrm>
            <a:custGeom>
              <a:avLst/>
              <a:gdLst/>
              <a:ahLst/>
              <a:cxnLst/>
              <a:rect r="r" b="b" t="t" l="l"/>
              <a:pathLst>
                <a:path h="846963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46963"/>
                  </a:lnTo>
                  <a:lnTo>
                    <a:pt x="0" y="8469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9998" r="0" b="-17999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9997440" cy="913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DB277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Sorting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280160" y="2958084"/>
            <a:ext cx="7498080" cy="2601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Bubble, Selection, Merge, Quick Sort. Shows comparisons, swaps and time.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9304658" y="2355218"/>
            <a:ext cx="8091202" cy="3336322"/>
          </a:xfrm>
          <a:custGeom>
            <a:avLst/>
            <a:gdLst/>
            <a:ahLst/>
            <a:cxnLst/>
            <a:rect r="r" b="b" t="t" l="l"/>
            <a:pathLst>
              <a:path h="3336322" w="8091202">
                <a:moveTo>
                  <a:pt x="0" y="0"/>
                </a:moveTo>
                <a:lnTo>
                  <a:pt x="8091202" y="0"/>
                </a:lnTo>
                <a:lnTo>
                  <a:pt x="8091202" y="3336322"/>
                </a:lnTo>
                <a:lnTo>
                  <a:pt x="0" y="33363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9363456" y="2596896"/>
            <a:ext cx="128016" cy="2852928"/>
            <a:chOff x="0" y="0"/>
            <a:chExt cx="170688" cy="380390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70688" cy="3803904"/>
            </a:xfrm>
            <a:custGeom>
              <a:avLst/>
              <a:gdLst/>
              <a:ahLst/>
              <a:cxnLst/>
              <a:rect r="r" b="b" t="t" l="l"/>
              <a:pathLst>
                <a:path h="3803904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803904"/>
                  </a:lnTo>
                  <a:lnTo>
                    <a:pt x="0" y="3803904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692640" y="2487168"/>
            <a:ext cx="7498080" cy="585216"/>
            <a:chOff x="0" y="0"/>
            <a:chExt cx="9997440" cy="78028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479" r="0" b="-199477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692640" y="2437162"/>
            <a:ext cx="7498080" cy="635222"/>
            <a:chOff x="0" y="0"/>
            <a:chExt cx="9997440" cy="84696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997440" cy="846963"/>
            </a:xfrm>
            <a:custGeom>
              <a:avLst/>
              <a:gdLst/>
              <a:ahLst/>
              <a:cxnLst/>
              <a:rect r="r" b="b" t="t" l="l"/>
              <a:pathLst>
                <a:path h="846963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46963"/>
                  </a:lnTo>
                  <a:lnTo>
                    <a:pt x="0" y="8469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9998" r="0" b="-179998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9997440" cy="913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Binary Search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692640" y="2958084"/>
            <a:ext cx="7498080" cy="2601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Needs sorted data. Shows Low, Mid, High at every step. O(log n).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892178" y="5921378"/>
            <a:ext cx="8091202" cy="3336322"/>
          </a:xfrm>
          <a:custGeom>
            <a:avLst/>
            <a:gdLst/>
            <a:ahLst/>
            <a:cxnLst/>
            <a:rect r="r" b="b" t="t" l="l"/>
            <a:pathLst>
              <a:path h="3336322" w="8091202">
                <a:moveTo>
                  <a:pt x="0" y="0"/>
                </a:moveTo>
                <a:lnTo>
                  <a:pt x="8091202" y="0"/>
                </a:lnTo>
                <a:lnTo>
                  <a:pt x="8091202" y="3336322"/>
                </a:lnTo>
                <a:lnTo>
                  <a:pt x="0" y="333632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950976" y="6163056"/>
            <a:ext cx="128016" cy="2852928"/>
            <a:chOff x="0" y="0"/>
            <a:chExt cx="170688" cy="380390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70688" cy="3803904"/>
            </a:xfrm>
            <a:custGeom>
              <a:avLst/>
              <a:gdLst/>
              <a:ahLst/>
              <a:cxnLst/>
              <a:rect r="r" b="b" t="t" l="l"/>
              <a:pathLst>
                <a:path h="3803904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803904"/>
                  </a:lnTo>
                  <a:lnTo>
                    <a:pt x="0" y="3803904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80160" y="6053328"/>
            <a:ext cx="7498080" cy="585216"/>
            <a:chOff x="0" y="0"/>
            <a:chExt cx="9997440" cy="78028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479" r="0" b="-199477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280160" y="6003322"/>
            <a:ext cx="7498080" cy="635222"/>
            <a:chOff x="0" y="0"/>
            <a:chExt cx="9997440" cy="84696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997440" cy="846963"/>
            </a:xfrm>
            <a:custGeom>
              <a:avLst/>
              <a:gdLst/>
              <a:ahLst/>
              <a:cxnLst/>
              <a:rect r="r" b="b" t="t" l="l"/>
              <a:pathLst>
                <a:path h="846963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46963"/>
                  </a:lnTo>
                  <a:lnTo>
                    <a:pt x="0" y="8469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9998" r="0" b="-179998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66675"/>
              <a:ext cx="9997440" cy="913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16A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Range Query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280160" y="6524244"/>
            <a:ext cx="7498080" cy="2601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Lower bound (first ≥ min) and upper bound (first &gt; max) give the result.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9304658" y="5921378"/>
            <a:ext cx="8091202" cy="3336322"/>
          </a:xfrm>
          <a:custGeom>
            <a:avLst/>
            <a:gdLst/>
            <a:ahLst/>
            <a:cxnLst/>
            <a:rect r="r" b="b" t="t" l="l"/>
            <a:pathLst>
              <a:path h="3336322" w="8091202">
                <a:moveTo>
                  <a:pt x="0" y="0"/>
                </a:moveTo>
                <a:lnTo>
                  <a:pt x="8091202" y="0"/>
                </a:lnTo>
                <a:lnTo>
                  <a:pt x="8091202" y="3336322"/>
                </a:lnTo>
                <a:lnTo>
                  <a:pt x="0" y="333632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9363456" y="6163056"/>
            <a:ext cx="128016" cy="2852928"/>
            <a:chOff x="0" y="0"/>
            <a:chExt cx="170688" cy="380390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70688" cy="3803904"/>
            </a:xfrm>
            <a:custGeom>
              <a:avLst/>
              <a:gdLst/>
              <a:ahLst/>
              <a:cxnLst/>
              <a:rect r="r" b="b" t="t" l="l"/>
              <a:pathLst>
                <a:path h="3803904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803904"/>
                  </a:lnTo>
                  <a:lnTo>
                    <a:pt x="0" y="3803904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692640" y="6053328"/>
            <a:ext cx="7498080" cy="585216"/>
            <a:chOff x="0" y="0"/>
            <a:chExt cx="9997440" cy="78028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479" r="0" b="-199477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692640" y="6003322"/>
            <a:ext cx="7498080" cy="635222"/>
            <a:chOff x="0" y="0"/>
            <a:chExt cx="9997440" cy="846963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997440" cy="846963"/>
            </a:xfrm>
            <a:custGeom>
              <a:avLst/>
              <a:gdLst/>
              <a:ahLst/>
              <a:cxnLst/>
              <a:rect r="r" b="b" t="t" l="l"/>
              <a:pathLst>
                <a:path h="846963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46963"/>
                  </a:lnTo>
                  <a:lnTo>
                    <a:pt x="0" y="84696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9998" r="0" b="-17999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66675"/>
              <a:ext cx="9997440" cy="9136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399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Graph Traversal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9692640" y="6524244"/>
            <a:ext cx="7498080" cy="2601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Subjects are vertices, correlations are edges. BFS / DFS show visited order.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37360"/>
            <a:chOff x="0" y="0"/>
            <a:chExt cx="24384000" cy="2316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316480"/>
            </a:xfrm>
            <a:custGeom>
              <a:avLst/>
              <a:gdLst/>
              <a:ahLst/>
              <a:cxnLst/>
              <a:rect r="r" b="b" t="t" l="l"/>
              <a:pathLst>
                <a:path h="231648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737360"/>
            <a:ext cx="18288000" cy="109728"/>
            <a:chOff x="0" y="0"/>
            <a:chExt cx="24384000" cy="1463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219456"/>
            <a:ext cx="14996160" cy="1005840"/>
            <a:chOff x="0" y="0"/>
            <a:chExt cx="19994880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948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302" r="0" b="-24030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126587"/>
            <a:ext cx="14996160" cy="1098709"/>
            <a:chOff x="0" y="0"/>
            <a:chExt cx="19994880" cy="14649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94880" cy="1464945"/>
            </a:xfrm>
            <a:custGeom>
              <a:avLst/>
              <a:gdLst/>
              <a:ahLst/>
              <a:cxnLst/>
              <a:rect r="r" b="b" t="t" l="l"/>
              <a:pathLst>
                <a:path h="1464945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464945"/>
                  </a:lnTo>
                  <a:lnTo>
                    <a:pt x="0" y="14649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5949" r="0" b="-21594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19994880" cy="1588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Algorithm Complexity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097280"/>
            <a:ext cx="14996160" cy="512064"/>
            <a:chOff x="0" y="0"/>
            <a:chExt cx="19994880" cy="682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994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236" r="0" b="-520236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1068705"/>
            <a:ext cx="14996160" cy="540639"/>
            <a:chOff x="0" y="0"/>
            <a:chExt cx="19994880" cy="7208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994880" cy="720852"/>
            </a:xfrm>
            <a:custGeom>
              <a:avLst/>
              <a:gdLst/>
              <a:ahLst/>
              <a:cxnLst/>
              <a:rect r="r" b="b" t="t" l="l"/>
              <a:pathLst>
                <a:path h="72085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0472" r="0" b="-49047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99488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8"/>
                </a:lnSpc>
              </a:pPr>
              <a:r>
                <a:rPr lang="en-US" sz="240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Theory behind the measurements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642080" y="365760"/>
            <a:ext cx="1005840" cy="1005840"/>
            <a:chOff x="0" y="0"/>
            <a:chExt cx="1341120" cy="13411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6642080" y="365760"/>
            <a:ext cx="1005840" cy="1005840"/>
            <a:chOff x="0" y="0"/>
            <a:chExt cx="1341120" cy="13411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642080" y="315754"/>
            <a:ext cx="1005840" cy="1055846"/>
            <a:chOff x="0" y="0"/>
            <a:chExt cx="1341120" cy="14077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1120" cy="1407795"/>
            </a:xfrm>
            <a:custGeom>
              <a:avLst/>
              <a:gdLst/>
              <a:ahLst/>
              <a:cxnLst/>
              <a:rect r="r" b="b" t="t" l="l"/>
              <a:pathLst>
                <a:path h="1407795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407795"/>
                  </a:lnTo>
                  <a:lnTo>
                    <a:pt x="0" y="14077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4682" t="0" r="-84682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341120" cy="1474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8"/>
                </a:lnSpc>
              </a:pPr>
              <a:r>
                <a:rPr lang="en-US" sz="2799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aphicFrame>
        <p:nvGraphicFramePr>
          <p:cNvPr name="Table 23" id="23"/>
          <p:cNvGraphicFramePr>
            <a:graphicFrameLocks noGrp="true"/>
          </p:cNvGraphicFramePr>
          <p:nvPr/>
        </p:nvGraphicFramePr>
        <p:xfrm>
          <a:off x="914400" y="2468880"/>
          <a:ext cx="16395700" cy="5486400"/>
        </p:xfrm>
        <a:graphic>
          <a:graphicData uri="http://schemas.openxmlformats.org/drawingml/2006/table">
            <a:tbl>
              <a:tblPr/>
              <a:tblGrid>
                <a:gridCol w="4353444"/>
                <a:gridCol w="2921039"/>
                <a:gridCol w="3100089"/>
                <a:gridCol w="3100089"/>
                <a:gridCol w="2921039"/>
              </a:tblGrid>
              <a:tr h="914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Algorithm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Best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Average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Worst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Space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Bubble Sort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O(n)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O(n²)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O(n²)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O(1)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Selection Sort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O(n²)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O(n²)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O(n²)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O(1)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Merge Sort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O(n log n)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O(n log n)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O(n log n)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O(n)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Quick Sort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O(n log n)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O(n log n)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O(n²)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O(log n)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Binary Search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O(1)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O(log n)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O(log n)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120"/>
                        </a:lnSpc>
                        <a:defRPr/>
                      </a:pPr>
                      <a:r>
                        <a:rPr lang="en-US" sz="2600">
                          <a:solidFill>
                            <a:srgbClr val="1E293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O(1)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24" id="24"/>
          <p:cNvGrpSpPr/>
          <p:nvPr/>
        </p:nvGrpSpPr>
        <p:grpSpPr>
          <a:xfrm rot="0">
            <a:off x="914400" y="8412480"/>
            <a:ext cx="16459200" cy="1097280"/>
            <a:chOff x="0" y="0"/>
            <a:chExt cx="21945600" cy="1463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21701761" y="0"/>
                  </a:lnTo>
                  <a:cubicBezTo>
                    <a:pt x="21836380" y="0"/>
                    <a:pt x="21945600" y="109220"/>
                    <a:pt x="21945600" y="243840"/>
                  </a:cubicBezTo>
                  <a:lnTo>
                    <a:pt x="21945600" y="1219200"/>
                  </a:lnTo>
                  <a:cubicBezTo>
                    <a:pt x="21945600" y="1353820"/>
                    <a:pt x="21836380" y="1463040"/>
                    <a:pt x="21701761" y="1463040"/>
                  </a:cubicBezTo>
                  <a:lnTo>
                    <a:pt x="243840" y="1463040"/>
                  </a:lnTo>
                  <a:cubicBezTo>
                    <a:pt x="109220" y="1463040"/>
                    <a:pt x="0" y="1353820"/>
                    <a:pt x="0" y="1219200"/>
                  </a:cubicBez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80160" y="8412480"/>
            <a:ext cx="15727680" cy="1097280"/>
            <a:chOff x="0" y="0"/>
            <a:chExt cx="20970240" cy="14630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970239" cy="1463040"/>
            </a:xfrm>
            <a:custGeom>
              <a:avLst/>
              <a:gdLst/>
              <a:ahLst/>
              <a:cxnLst/>
              <a:rect r="r" b="b" t="t" l="l"/>
              <a:pathLst>
                <a:path h="146304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091" r="0" b="-229091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280160" y="8369618"/>
            <a:ext cx="15727680" cy="1140142"/>
            <a:chOff x="0" y="0"/>
            <a:chExt cx="20970240" cy="152019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0970239" cy="1520190"/>
            </a:xfrm>
            <a:custGeom>
              <a:avLst/>
              <a:gdLst/>
              <a:ahLst/>
              <a:cxnLst/>
              <a:rect r="r" b="b" t="t" l="l"/>
              <a:pathLst>
                <a:path h="152019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8786" r="0" b="-21878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2097024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DE68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app shows measured execution time next to these Big-O values.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737360"/>
            <a:chOff x="0" y="0"/>
            <a:chExt cx="24384000" cy="2316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2316480"/>
            </a:xfrm>
            <a:custGeom>
              <a:avLst/>
              <a:gdLst/>
              <a:ahLst/>
              <a:cxnLst/>
              <a:rect r="r" b="b" t="t" l="l"/>
              <a:pathLst>
                <a:path h="231648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16480"/>
                  </a:lnTo>
                  <a:lnTo>
                    <a:pt x="0" y="231648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737360"/>
            <a:ext cx="18288000" cy="109728"/>
            <a:chOff x="0" y="0"/>
            <a:chExt cx="24384000" cy="14630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46304"/>
            </a:xfrm>
            <a:custGeom>
              <a:avLst/>
              <a:gdLst/>
              <a:ahLst/>
              <a:cxnLst/>
              <a:rect r="r" b="b" t="t" l="l"/>
              <a:pathLst>
                <a:path h="146304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0F17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219456"/>
            <a:ext cx="14996160" cy="1005840"/>
            <a:chOff x="0" y="0"/>
            <a:chExt cx="19994880" cy="13411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9948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302" r="0" b="-24030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126587"/>
            <a:ext cx="14996160" cy="1098709"/>
            <a:chOff x="0" y="0"/>
            <a:chExt cx="19994880" cy="146494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994880" cy="1464945"/>
            </a:xfrm>
            <a:custGeom>
              <a:avLst/>
              <a:gdLst/>
              <a:ahLst/>
              <a:cxnLst/>
              <a:rect r="r" b="b" t="t" l="l"/>
              <a:pathLst>
                <a:path h="1464945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1464945"/>
                  </a:lnTo>
                  <a:lnTo>
                    <a:pt x="0" y="146494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5949" r="0" b="-215949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19994880" cy="15887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&amp; Live Demo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14400" y="1097280"/>
            <a:ext cx="14996160" cy="512064"/>
            <a:chOff x="0" y="0"/>
            <a:chExt cx="19994880" cy="682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994880" cy="682752"/>
            </a:xfrm>
            <a:custGeom>
              <a:avLst/>
              <a:gdLst/>
              <a:ahLst/>
              <a:cxnLst/>
              <a:rect r="r" b="b" t="t" l="l"/>
              <a:pathLst>
                <a:path h="68275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0236" r="0" b="-520236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1068705"/>
            <a:ext cx="14996160" cy="540639"/>
            <a:chOff x="0" y="0"/>
            <a:chExt cx="19994880" cy="72085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994880" cy="720852"/>
            </a:xfrm>
            <a:custGeom>
              <a:avLst/>
              <a:gdLst/>
              <a:ahLst/>
              <a:cxnLst/>
              <a:rect r="r" b="b" t="t" l="l"/>
              <a:pathLst>
                <a:path h="720852" w="19994880">
                  <a:moveTo>
                    <a:pt x="0" y="0"/>
                  </a:moveTo>
                  <a:lnTo>
                    <a:pt x="19994880" y="0"/>
                  </a:lnTo>
                  <a:lnTo>
                    <a:pt x="19994880" y="720852"/>
                  </a:lnTo>
                  <a:lnTo>
                    <a:pt x="0" y="720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90472" r="0" b="-49047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994880" cy="7589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8"/>
                </a:lnSpc>
              </a:pPr>
              <a:r>
                <a:rPr lang="en-US" sz="2400" i="true">
                  <a:solidFill>
                    <a:srgbClr val="FFFFF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What you will see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642080" y="365760"/>
            <a:ext cx="1005840" cy="1005840"/>
            <a:chOff x="0" y="0"/>
            <a:chExt cx="1341120" cy="13411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6642080" y="365760"/>
            <a:ext cx="1005840" cy="1005840"/>
            <a:chOff x="0" y="0"/>
            <a:chExt cx="1341120" cy="13411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6642080" y="315754"/>
            <a:ext cx="1005840" cy="1055846"/>
            <a:chOff x="0" y="0"/>
            <a:chExt cx="1341120" cy="140779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1120" cy="1407795"/>
            </a:xfrm>
            <a:custGeom>
              <a:avLst/>
              <a:gdLst/>
              <a:ahLst/>
              <a:cxnLst/>
              <a:rect r="r" b="b" t="t" l="l"/>
              <a:pathLst>
                <a:path h="1407795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407795"/>
                  </a:lnTo>
                  <a:lnTo>
                    <a:pt x="0" y="14077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4682" t="0" r="-84682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341120" cy="1474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8"/>
                </a:lnSpc>
              </a:pPr>
              <a:r>
                <a:rPr lang="en-US" sz="2799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2286000"/>
            <a:ext cx="7315200" cy="640080"/>
            <a:chOff x="0" y="0"/>
            <a:chExt cx="9753600" cy="8534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531" r="0" b="-172531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14400" y="2243138"/>
            <a:ext cx="7315200" cy="682943"/>
            <a:chOff x="0" y="0"/>
            <a:chExt cx="9753600" cy="91059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53600" cy="910590"/>
            </a:xfrm>
            <a:custGeom>
              <a:avLst/>
              <a:gdLst/>
              <a:ahLst/>
              <a:cxnLst/>
              <a:rect r="r" b="b" t="t" l="l"/>
              <a:pathLst>
                <a:path h="91059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10590"/>
                  </a:lnTo>
                  <a:lnTo>
                    <a:pt x="0" y="9105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8710" r="0" b="-15871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9753600" cy="967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D948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892178" y="3086738"/>
            <a:ext cx="7908226" cy="1415986"/>
          </a:xfrm>
          <a:custGeom>
            <a:avLst/>
            <a:gdLst/>
            <a:ahLst/>
            <a:cxnLst/>
            <a:rect r="r" b="b" t="t" l="l"/>
            <a:pathLst>
              <a:path h="1415986" w="7908226">
                <a:moveTo>
                  <a:pt x="0" y="0"/>
                </a:moveTo>
                <a:lnTo>
                  <a:pt x="7908227" y="0"/>
                </a:lnTo>
                <a:lnTo>
                  <a:pt x="7908227" y="1415987"/>
                </a:lnTo>
                <a:lnTo>
                  <a:pt x="0" y="14159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950976" y="3328416"/>
            <a:ext cx="128016" cy="932688"/>
            <a:chOff x="0" y="0"/>
            <a:chExt cx="170688" cy="124358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0688" cy="1243584"/>
            </a:xfrm>
            <a:custGeom>
              <a:avLst/>
              <a:gdLst/>
              <a:ahLst/>
              <a:cxnLst/>
              <a:rect r="r" b="b" t="t" l="l"/>
              <a:pathLst>
                <a:path h="1243584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243584"/>
                  </a:lnTo>
                  <a:lnTo>
                    <a:pt x="0" y="1243584"/>
                  </a:lnTo>
                  <a:close/>
                </a:path>
              </a:pathLst>
            </a:custGeom>
            <a:solidFill>
              <a:srgbClr val="DB2777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280160" y="3218688"/>
            <a:ext cx="7315200" cy="585216"/>
            <a:chOff x="0" y="0"/>
            <a:chExt cx="9753600" cy="78028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753600" cy="780288"/>
            </a:xfrm>
            <a:custGeom>
              <a:avLst/>
              <a:gdLst/>
              <a:ahLst/>
              <a:cxnLst/>
              <a:rect r="r" b="b" t="t" l="l"/>
              <a:pathLst>
                <a:path h="78028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393" r="0" b="-193393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280160" y="3190113"/>
            <a:ext cx="7315200" cy="613791"/>
            <a:chOff x="0" y="0"/>
            <a:chExt cx="9753600" cy="81838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753600" cy="818388"/>
            </a:xfrm>
            <a:custGeom>
              <a:avLst/>
              <a:gdLst/>
              <a:ahLst/>
              <a:cxnLst/>
              <a:rect r="r" b="b" t="t" l="l"/>
              <a:pathLst>
                <a:path h="81838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2223" r="0" b="-18222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9753600" cy="856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8"/>
                </a:lnSpc>
              </a:pPr>
              <a:r>
                <a:rPr lang="en-US" sz="2400" b="true">
                  <a:solidFill>
                    <a:srgbClr val="DB2777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Chart 1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280160" y="3727704"/>
            <a:ext cx="7315200" cy="64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Student Performance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892178" y="4641218"/>
            <a:ext cx="7908226" cy="1415986"/>
          </a:xfrm>
          <a:custGeom>
            <a:avLst/>
            <a:gdLst/>
            <a:ahLst/>
            <a:cxnLst/>
            <a:rect r="r" b="b" t="t" l="l"/>
            <a:pathLst>
              <a:path h="1415986" w="7908226">
                <a:moveTo>
                  <a:pt x="0" y="0"/>
                </a:moveTo>
                <a:lnTo>
                  <a:pt x="7908227" y="0"/>
                </a:lnTo>
                <a:lnTo>
                  <a:pt x="7908227" y="1415987"/>
                </a:lnTo>
                <a:lnTo>
                  <a:pt x="0" y="141598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950976" y="4882896"/>
            <a:ext cx="128016" cy="932688"/>
            <a:chOff x="0" y="0"/>
            <a:chExt cx="170688" cy="12435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0688" cy="1243584"/>
            </a:xfrm>
            <a:custGeom>
              <a:avLst/>
              <a:gdLst/>
              <a:ahLst/>
              <a:cxnLst/>
              <a:rect r="r" b="b" t="t" l="l"/>
              <a:pathLst>
                <a:path h="1243584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243584"/>
                  </a:lnTo>
                  <a:lnTo>
                    <a:pt x="0" y="1243584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80160" y="4773168"/>
            <a:ext cx="7315200" cy="585216"/>
            <a:chOff x="0" y="0"/>
            <a:chExt cx="9753600" cy="78028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753600" cy="780288"/>
            </a:xfrm>
            <a:custGeom>
              <a:avLst/>
              <a:gdLst/>
              <a:ahLst/>
              <a:cxnLst/>
              <a:rect r="r" b="b" t="t" l="l"/>
              <a:pathLst>
                <a:path h="78028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393" r="0" b="-193393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280160" y="4744593"/>
            <a:ext cx="7315200" cy="613791"/>
            <a:chOff x="0" y="0"/>
            <a:chExt cx="9753600" cy="81838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753600" cy="818388"/>
            </a:xfrm>
            <a:custGeom>
              <a:avLst/>
              <a:gdLst/>
              <a:ahLst/>
              <a:cxnLst/>
              <a:rect r="r" b="b" t="t" l="l"/>
              <a:pathLst>
                <a:path h="81838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2223" r="0" b="-18222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9753600" cy="856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8"/>
                </a:lnSpc>
              </a:pPr>
              <a:r>
                <a:rPr lang="en-US" sz="2400" b="true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Chart 2</a:t>
              </a: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280160" y="5282184"/>
            <a:ext cx="7315200" cy="64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Subject Average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892178" y="6195698"/>
            <a:ext cx="7908226" cy="1415986"/>
          </a:xfrm>
          <a:custGeom>
            <a:avLst/>
            <a:gdLst/>
            <a:ahLst/>
            <a:cxnLst/>
            <a:rect r="r" b="b" t="t" l="l"/>
            <a:pathLst>
              <a:path h="1415986" w="7908226">
                <a:moveTo>
                  <a:pt x="0" y="0"/>
                </a:moveTo>
                <a:lnTo>
                  <a:pt x="7908227" y="0"/>
                </a:lnTo>
                <a:lnTo>
                  <a:pt x="7908227" y="1415987"/>
                </a:lnTo>
                <a:lnTo>
                  <a:pt x="0" y="141598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950976" y="6437376"/>
            <a:ext cx="128016" cy="932688"/>
            <a:chOff x="0" y="0"/>
            <a:chExt cx="170688" cy="124358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70688" cy="1243584"/>
            </a:xfrm>
            <a:custGeom>
              <a:avLst/>
              <a:gdLst/>
              <a:ahLst/>
              <a:cxnLst/>
              <a:rect r="r" b="b" t="t" l="l"/>
              <a:pathLst>
                <a:path h="1243584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243584"/>
                  </a:lnTo>
                  <a:lnTo>
                    <a:pt x="0" y="1243584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280160" y="6327648"/>
            <a:ext cx="7315200" cy="585216"/>
            <a:chOff x="0" y="0"/>
            <a:chExt cx="9753600" cy="78028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753600" cy="780288"/>
            </a:xfrm>
            <a:custGeom>
              <a:avLst/>
              <a:gdLst/>
              <a:ahLst/>
              <a:cxnLst/>
              <a:rect r="r" b="b" t="t" l="l"/>
              <a:pathLst>
                <a:path h="78028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393" r="0" b="-193393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280160" y="6299073"/>
            <a:ext cx="7315200" cy="613791"/>
            <a:chOff x="0" y="0"/>
            <a:chExt cx="9753600" cy="81838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753600" cy="818388"/>
            </a:xfrm>
            <a:custGeom>
              <a:avLst/>
              <a:gdLst/>
              <a:ahLst/>
              <a:cxnLst/>
              <a:rect r="r" b="b" t="t" l="l"/>
              <a:pathLst>
                <a:path h="81838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2223" r="0" b="-182223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9753600" cy="856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8"/>
                </a:lnSpc>
              </a:pPr>
              <a:r>
                <a:rPr lang="en-US" sz="2400" b="true">
                  <a:solidFill>
                    <a:srgbClr val="D9770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Chart 3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280160" y="6836664"/>
            <a:ext cx="7315200" cy="64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Grade Distribution</a:t>
            </a:r>
          </a:p>
        </p:txBody>
      </p:sp>
      <p:sp>
        <p:nvSpPr>
          <p:cNvPr name="Freeform 55" id="55"/>
          <p:cNvSpPr/>
          <p:nvPr/>
        </p:nvSpPr>
        <p:spPr>
          <a:xfrm flipH="false" flipV="false" rot="0">
            <a:off x="892178" y="7750178"/>
            <a:ext cx="7908226" cy="1415986"/>
          </a:xfrm>
          <a:custGeom>
            <a:avLst/>
            <a:gdLst/>
            <a:ahLst/>
            <a:cxnLst/>
            <a:rect r="r" b="b" t="t" l="l"/>
            <a:pathLst>
              <a:path h="1415986" w="7908226">
                <a:moveTo>
                  <a:pt x="0" y="0"/>
                </a:moveTo>
                <a:lnTo>
                  <a:pt x="7908227" y="0"/>
                </a:lnTo>
                <a:lnTo>
                  <a:pt x="7908227" y="1415987"/>
                </a:lnTo>
                <a:lnTo>
                  <a:pt x="0" y="141598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950976" y="7991856"/>
            <a:ext cx="128016" cy="932688"/>
            <a:chOff x="0" y="0"/>
            <a:chExt cx="170688" cy="124358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70688" cy="1243584"/>
            </a:xfrm>
            <a:custGeom>
              <a:avLst/>
              <a:gdLst/>
              <a:ahLst/>
              <a:cxnLst/>
              <a:rect r="r" b="b" t="t" l="l"/>
              <a:pathLst>
                <a:path h="1243584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243584"/>
                  </a:lnTo>
                  <a:lnTo>
                    <a:pt x="0" y="1243584"/>
                  </a:lnTo>
                  <a:close/>
                </a:path>
              </a:pathLst>
            </a:custGeom>
            <a:solidFill>
              <a:srgbClr val="0891B2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280160" y="7882128"/>
            <a:ext cx="7315200" cy="585216"/>
            <a:chOff x="0" y="0"/>
            <a:chExt cx="9753600" cy="780288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753600" cy="780288"/>
            </a:xfrm>
            <a:custGeom>
              <a:avLst/>
              <a:gdLst/>
              <a:ahLst/>
              <a:cxnLst/>
              <a:rect r="r" b="b" t="t" l="l"/>
              <a:pathLst>
                <a:path h="78028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393" r="0" b="-193393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280160" y="7853553"/>
            <a:ext cx="7315200" cy="613791"/>
            <a:chOff x="0" y="0"/>
            <a:chExt cx="9753600" cy="818388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753600" cy="818388"/>
            </a:xfrm>
            <a:custGeom>
              <a:avLst/>
              <a:gdLst/>
              <a:ahLst/>
              <a:cxnLst/>
              <a:rect r="r" b="b" t="t" l="l"/>
              <a:pathLst>
                <a:path h="818388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18388"/>
                  </a:lnTo>
                  <a:lnTo>
                    <a:pt x="0" y="8183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2223" r="0" b="-18222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9753600" cy="856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8"/>
                </a:lnSpc>
              </a:pPr>
              <a:r>
                <a:rPr lang="en-US" sz="2400" b="true">
                  <a:solidFill>
                    <a:srgbClr val="0891B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Chart 4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1280160" y="8391144"/>
            <a:ext cx="7315200" cy="64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E293B"/>
                </a:solidFill>
                <a:latin typeface="Calibri (MS)"/>
                <a:ea typeface="Calibri (MS)"/>
                <a:cs typeface="Calibri (MS)"/>
                <a:sym typeface="Calibri (MS)"/>
              </a:rPr>
              <a:t>Subject Relationship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9509760" y="2286000"/>
            <a:ext cx="7315200" cy="640080"/>
            <a:chOff x="0" y="0"/>
            <a:chExt cx="9753600" cy="8534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753600" cy="853440"/>
            </a:xfrm>
            <a:custGeom>
              <a:avLst/>
              <a:gdLst/>
              <a:ahLst/>
              <a:cxnLst/>
              <a:rect r="r" b="b" t="t" l="l"/>
              <a:pathLst>
                <a:path h="85344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531" r="0" b="-172531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509760" y="2243138"/>
            <a:ext cx="7315200" cy="682943"/>
            <a:chOff x="0" y="0"/>
            <a:chExt cx="9753600" cy="91059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753600" cy="910590"/>
            </a:xfrm>
            <a:custGeom>
              <a:avLst/>
              <a:gdLst/>
              <a:ahLst/>
              <a:cxnLst/>
              <a:rect r="r" b="b" t="t" l="l"/>
              <a:pathLst>
                <a:path h="91059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10590"/>
                  </a:lnTo>
                  <a:lnTo>
                    <a:pt x="0" y="9105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8710" r="0" b="-15871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57150"/>
              <a:ext cx="9753600" cy="967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Demo Flow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509760" y="3200400"/>
            <a:ext cx="914400" cy="914400"/>
            <a:chOff x="0" y="0"/>
            <a:chExt cx="1219200" cy="12192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4F46E5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509760" y="3200400"/>
            <a:ext cx="914400" cy="914400"/>
            <a:chOff x="0" y="0"/>
            <a:chExt cx="1219200" cy="12192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9509760" y="3150394"/>
            <a:ext cx="914400" cy="964406"/>
            <a:chOff x="0" y="0"/>
            <a:chExt cx="1219200" cy="1285875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219200" cy="1285875"/>
            </a:xfrm>
            <a:custGeom>
              <a:avLst/>
              <a:gdLst/>
              <a:ahLst/>
              <a:cxnLst/>
              <a:rect r="r" b="b" t="t" l="l"/>
              <a:pathLst>
                <a:path h="1285875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85875"/>
                  </a:lnTo>
                  <a:lnTo>
                    <a:pt x="0" y="12858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5320" t="0" r="-85320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66675"/>
              <a:ext cx="1219200" cy="1352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8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0698480" y="3108960"/>
            <a:ext cx="6583680" cy="1097280"/>
            <a:chOff x="0" y="0"/>
            <a:chExt cx="8778240" cy="14630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7782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828" r="0" b="-66828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0698480" y="3066098"/>
            <a:ext cx="6583680" cy="1140142"/>
            <a:chOff x="0" y="0"/>
            <a:chExt cx="8778240" cy="152019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778240" cy="1520190"/>
            </a:xfrm>
            <a:custGeom>
              <a:avLst/>
              <a:gdLst/>
              <a:ahLst/>
              <a:cxnLst/>
              <a:rect r="r" b="b" t="t" l="l"/>
              <a:pathLst>
                <a:path h="152019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515" r="0" b="-62515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57150"/>
              <a:ext cx="877824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Show dashboard statistics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9509760" y="4443984"/>
            <a:ext cx="914400" cy="914400"/>
            <a:chOff x="0" y="0"/>
            <a:chExt cx="1219200" cy="12192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509760" y="4443984"/>
            <a:ext cx="914400" cy="914400"/>
            <a:chOff x="0" y="0"/>
            <a:chExt cx="1219200" cy="12192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509760" y="4393978"/>
            <a:ext cx="914400" cy="964406"/>
            <a:chOff x="0" y="0"/>
            <a:chExt cx="1219200" cy="1285875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219200" cy="1285875"/>
            </a:xfrm>
            <a:custGeom>
              <a:avLst/>
              <a:gdLst/>
              <a:ahLst/>
              <a:cxnLst/>
              <a:rect r="r" b="b" t="t" l="l"/>
              <a:pathLst>
                <a:path h="1285875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85875"/>
                  </a:lnTo>
                  <a:lnTo>
                    <a:pt x="0" y="12858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5320" t="0" r="-85320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66675"/>
              <a:ext cx="1219200" cy="1352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8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0698480" y="4352544"/>
            <a:ext cx="6583680" cy="1097280"/>
            <a:chOff x="0" y="0"/>
            <a:chExt cx="8778240" cy="14630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87782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828" r="0" b="-66828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0698480" y="4309682"/>
            <a:ext cx="6583680" cy="1140142"/>
            <a:chOff x="0" y="0"/>
            <a:chExt cx="8778240" cy="152019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8778240" cy="1520190"/>
            </a:xfrm>
            <a:custGeom>
              <a:avLst/>
              <a:gdLst/>
              <a:ahLst/>
              <a:cxnLst/>
              <a:rect r="r" b="b" t="t" l="l"/>
              <a:pathLst>
                <a:path h="152019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515" r="0" b="-62515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57150"/>
              <a:ext cx="877824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Add / edit a student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9509760" y="5687568"/>
            <a:ext cx="914400" cy="914400"/>
            <a:chOff x="0" y="0"/>
            <a:chExt cx="1219200" cy="12192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EA580C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9509760" y="5687568"/>
            <a:ext cx="914400" cy="914400"/>
            <a:chOff x="0" y="0"/>
            <a:chExt cx="1219200" cy="12192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9509760" y="5637562"/>
            <a:ext cx="914400" cy="964406"/>
            <a:chOff x="0" y="0"/>
            <a:chExt cx="1219200" cy="1285875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219200" cy="1285875"/>
            </a:xfrm>
            <a:custGeom>
              <a:avLst/>
              <a:gdLst/>
              <a:ahLst/>
              <a:cxnLst/>
              <a:rect r="r" b="b" t="t" l="l"/>
              <a:pathLst>
                <a:path h="1285875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85875"/>
                  </a:lnTo>
                  <a:lnTo>
                    <a:pt x="0" y="12858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5320" t="0" r="-85320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66675"/>
              <a:ext cx="1219200" cy="1352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8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0698480" y="5596128"/>
            <a:ext cx="6583680" cy="1097280"/>
            <a:chOff x="0" y="0"/>
            <a:chExt cx="8778240" cy="146304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87782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828" r="0" b="-66828"/>
              </a:stretch>
            </a:blip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0698480" y="5553266"/>
            <a:ext cx="6583680" cy="1140142"/>
            <a:chOff x="0" y="0"/>
            <a:chExt cx="8778240" cy="152019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8778240" cy="1520190"/>
            </a:xfrm>
            <a:custGeom>
              <a:avLst/>
              <a:gdLst/>
              <a:ahLst/>
              <a:cxnLst/>
              <a:rect r="r" b="b" t="t" l="l"/>
              <a:pathLst>
                <a:path h="152019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515" r="0" b="-62515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57150"/>
              <a:ext cx="877824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Run all 4 sorts, compare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9509760" y="6931152"/>
            <a:ext cx="914400" cy="914400"/>
            <a:chOff x="0" y="0"/>
            <a:chExt cx="1219200" cy="121920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DB2777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9509760" y="6931152"/>
            <a:ext cx="914400" cy="914400"/>
            <a:chOff x="0" y="0"/>
            <a:chExt cx="1219200" cy="12192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9509760" y="6881146"/>
            <a:ext cx="914400" cy="964406"/>
            <a:chOff x="0" y="0"/>
            <a:chExt cx="1219200" cy="1285875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219200" cy="1285875"/>
            </a:xfrm>
            <a:custGeom>
              <a:avLst/>
              <a:gdLst/>
              <a:ahLst/>
              <a:cxnLst/>
              <a:rect r="r" b="b" t="t" l="l"/>
              <a:pathLst>
                <a:path h="1285875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85875"/>
                  </a:lnTo>
                  <a:lnTo>
                    <a:pt x="0" y="12858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5320" t="0" r="-85320" b="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66675"/>
              <a:ext cx="1219200" cy="1352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8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0698480" y="6839712"/>
            <a:ext cx="6583680" cy="1097280"/>
            <a:chOff x="0" y="0"/>
            <a:chExt cx="8778240" cy="1463040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87782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828" r="0" b="-66828"/>
              </a:stretch>
            </a:blip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0698480" y="6796850"/>
            <a:ext cx="6583680" cy="1140142"/>
            <a:chOff x="0" y="0"/>
            <a:chExt cx="8778240" cy="152019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8778240" cy="1520190"/>
            </a:xfrm>
            <a:custGeom>
              <a:avLst/>
              <a:gdLst/>
              <a:ahLst/>
              <a:cxnLst/>
              <a:rect r="r" b="b" t="t" l="l"/>
              <a:pathLst>
                <a:path h="152019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515" r="0" b="-62515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57150"/>
              <a:ext cx="877824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Binary Search + range query</a:t>
              </a:r>
            </a:p>
          </p:txBody>
        </p:sp>
      </p:grpSp>
      <p:grpSp>
        <p:nvGrpSpPr>
          <p:cNvPr name="Group 117" id="117"/>
          <p:cNvGrpSpPr/>
          <p:nvPr/>
        </p:nvGrpSpPr>
        <p:grpSpPr>
          <a:xfrm rot="0">
            <a:off x="9509760" y="8174736"/>
            <a:ext cx="914400" cy="914400"/>
            <a:chOff x="0" y="0"/>
            <a:chExt cx="1219200" cy="121920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9509760" y="8174736"/>
            <a:ext cx="914400" cy="914400"/>
            <a:chOff x="0" y="0"/>
            <a:chExt cx="1219200" cy="1219200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92" t="0" r="-78392" b="0"/>
              </a:stretch>
            </a:blip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9509760" y="8124730"/>
            <a:ext cx="914400" cy="964406"/>
            <a:chOff x="0" y="0"/>
            <a:chExt cx="1219200" cy="1285875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219200" cy="1285875"/>
            </a:xfrm>
            <a:custGeom>
              <a:avLst/>
              <a:gdLst/>
              <a:ahLst/>
              <a:cxnLst/>
              <a:rect r="r" b="b" t="t" l="l"/>
              <a:pathLst>
                <a:path h="1285875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85875"/>
                  </a:lnTo>
                  <a:lnTo>
                    <a:pt x="0" y="128587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85320" t="0" r="-85320" b="0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66675"/>
              <a:ext cx="1219200" cy="1352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8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0698480" y="8083296"/>
            <a:ext cx="6583680" cy="1097280"/>
            <a:chOff x="0" y="0"/>
            <a:chExt cx="8778240" cy="1463040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87782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828" r="0" b="-66828"/>
              </a:stretch>
            </a:blip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10698480" y="8040434"/>
            <a:ext cx="6583680" cy="1140142"/>
            <a:chOff x="0" y="0"/>
            <a:chExt cx="8778240" cy="152019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8778240" cy="1520190"/>
            </a:xfrm>
            <a:custGeom>
              <a:avLst/>
              <a:gdLst/>
              <a:ahLst/>
              <a:cxnLst/>
              <a:rect r="r" b="b" t="t" l="l"/>
              <a:pathLst>
                <a:path h="1520190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515" r="0" b="-62515"/>
              </a:stretch>
            </a:blipFill>
          </p:spPr>
        </p:sp>
        <p:sp>
          <p:nvSpPr>
            <p:cNvPr name="TextBox 128" id="128"/>
            <p:cNvSpPr txBox="true"/>
            <p:nvPr/>
          </p:nvSpPr>
          <p:spPr>
            <a:xfrm>
              <a:off x="0" y="-57150"/>
              <a:ext cx="8778240" cy="1577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E293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BFS / DFS on subject graph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657600" cy="274320"/>
            <a:chOff x="0" y="0"/>
            <a:chExt cx="4876800" cy="365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76800" cy="365760"/>
            </a:xfrm>
            <a:custGeom>
              <a:avLst/>
              <a:gdLst/>
              <a:ahLst/>
              <a:cxnLst/>
              <a:rect r="r" b="b" t="t" l="l"/>
              <a:pathLst>
                <a:path h="3657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4F46E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657600" y="0"/>
            <a:ext cx="3657600" cy="274320"/>
            <a:chOff x="0" y="0"/>
            <a:chExt cx="4876800" cy="3657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76800" cy="365760"/>
            </a:xfrm>
            <a:custGeom>
              <a:avLst/>
              <a:gdLst/>
              <a:ahLst/>
              <a:cxnLst/>
              <a:rect r="r" b="b" t="t" l="l"/>
              <a:pathLst>
                <a:path h="3657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315200" y="0"/>
            <a:ext cx="3657600" cy="274320"/>
            <a:chOff x="0" y="0"/>
            <a:chExt cx="4876800" cy="3657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76800" cy="365760"/>
            </a:xfrm>
            <a:custGeom>
              <a:avLst/>
              <a:gdLst/>
              <a:ahLst/>
              <a:cxnLst/>
              <a:rect r="r" b="b" t="t" l="l"/>
              <a:pathLst>
                <a:path h="3657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EA580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972800" y="0"/>
            <a:ext cx="3657600" cy="274320"/>
            <a:chOff x="0" y="0"/>
            <a:chExt cx="4876800" cy="36576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76800" cy="365760"/>
            </a:xfrm>
            <a:custGeom>
              <a:avLst/>
              <a:gdLst/>
              <a:ahLst/>
              <a:cxnLst/>
              <a:rect r="r" b="b" t="t" l="l"/>
              <a:pathLst>
                <a:path h="3657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DB2777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630400" y="0"/>
            <a:ext cx="3657600" cy="274320"/>
            <a:chOff x="0" y="0"/>
            <a:chExt cx="4876800" cy="3657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76800" cy="365760"/>
            </a:xfrm>
            <a:custGeom>
              <a:avLst/>
              <a:gdLst/>
              <a:ahLst/>
              <a:cxnLst/>
              <a:rect r="r" b="b" t="t" l="l"/>
              <a:pathLst>
                <a:path h="365760" w="4876800">
                  <a:moveTo>
                    <a:pt x="0" y="0"/>
                  </a:moveTo>
                  <a:lnTo>
                    <a:pt x="4876800" y="0"/>
                  </a:lnTo>
                  <a:lnTo>
                    <a:pt x="487680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97280" y="914400"/>
            <a:ext cx="14630400" cy="1280160"/>
            <a:chOff x="0" y="0"/>
            <a:chExt cx="19507200" cy="17068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5072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531" r="0" b="-172531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97280" y="814388"/>
            <a:ext cx="14630400" cy="1380173"/>
            <a:chOff x="0" y="0"/>
            <a:chExt cx="19507200" cy="184023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507200" cy="1840230"/>
            </a:xfrm>
            <a:custGeom>
              <a:avLst/>
              <a:gdLst/>
              <a:ahLst/>
              <a:cxnLst/>
              <a:rect r="r" b="b" t="t" l="l"/>
              <a:pathLst>
                <a:path h="184023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840230"/>
                  </a:lnTo>
                  <a:lnTo>
                    <a:pt x="0" y="18402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6549" r="0" b="-15654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33350"/>
              <a:ext cx="19507200" cy="1973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0"/>
                </a:lnSpc>
              </a:pPr>
              <a:r>
                <a:rPr lang="en-US" sz="6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7280" y="2743200"/>
            <a:ext cx="5212080" cy="2743200"/>
            <a:chOff x="0" y="0"/>
            <a:chExt cx="6949440" cy="3657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9494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94944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705600" y="0"/>
                  </a:lnTo>
                  <a:cubicBezTo>
                    <a:pt x="6840220" y="0"/>
                    <a:pt x="6949440" y="109220"/>
                    <a:pt x="6949440" y="243840"/>
                  </a:cubicBezTo>
                  <a:lnTo>
                    <a:pt x="6949440" y="3413760"/>
                  </a:lnTo>
                  <a:cubicBezTo>
                    <a:pt x="6949440" y="3548380"/>
                    <a:pt x="6840220" y="3657600"/>
                    <a:pt x="6705600" y="3657600"/>
                  </a:cubicBezTo>
                  <a:lnTo>
                    <a:pt x="243840" y="3657600"/>
                  </a:lnTo>
                  <a:cubicBezTo>
                    <a:pt x="109220" y="3657600"/>
                    <a:pt x="0" y="3548380"/>
                    <a:pt x="0" y="3413760"/>
                  </a:cubicBezTo>
                  <a:close/>
                </a:path>
              </a:pathLst>
            </a:custGeom>
            <a:solidFill>
              <a:srgbClr val="0D9488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371600" y="2926080"/>
            <a:ext cx="4663440" cy="822960"/>
            <a:chOff x="0" y="0"/>
            <a:chExt cx="6217920" cy="10972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17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337" r="0" b="-60339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371600" y="2883217"/>
            <a:ext cx="4663440" cy="865823"/>
            <a:chOff x="0" y="0"/>
            <a:chExt cx="6217920" cy="115443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217920" cy="1154430"/>
            </a:xfrm>
            <a:custGeom>
              <a:avLst/>
              <a:gdLst/>
              <a:ahLst/>
              <a:cxnLst/>
              <a:rect r="r" b="b" t="t" l="l"/>
              <a:pathLst>
                <a:path h="115443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154430"/>
                  </a:lnTo>
                  <a:lnTo>
                    <a:pt x="0" y="11544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4949" r="0" b="-5494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6217920" cy="1211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Working prototype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371600" y="3726180"/>
            <a:ext cx="4663440" cy="157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Flask + SQLite, not a mockup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675120" y="2743200"/>
            <a:ext cx="5212080" cy="2743200"/>
            <a:chOff x="0" y="0"/>
            <a:chExt cx="6949440" cy="3657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494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94944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705600" y="0"/>
                  </a:lnTo>
                  <a:cubicBezTo>
                    <a:pt x="6840220" y="0"/>
                    <a:pt x="6949440" y="109220"/>
                    <a:pt x="6949440" y="243840"/>
                  </a:cubicBezTo>
                  <a:lnTo>
                    <a:pt x="6949440" y="3413760"/>
                  </a:lnTo>
                  <a:cubicBezTo>
                    <a:pt x="6949440" y="3548380"/>
                    <a:pt x="6840220" y="3657600"/>
                    <a:pt x="6705600" y="3657600"/>
                  </a:cubicBezTo>
                  <a:lnTo>
                    <a:pt x="243840" y="3657600"/>
                  </a:lnTo>
                  <a:cubicBezTo>
                    <a:pt x="109220" y="3657600"/>
                    <a:pt x="0" y="3548380"/>
                    <a:pt x="0" y="3413760"/>
                  </a:cubicBezTo>
                  <a:close/>
                </a:path>
              </a:pathLst>
            </a:custGeom>
            <a:solidFill>
              <a:srgbClr val="DB2777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949440" y="2926080"/>
            <a:ext cx="4663440" cy="822960"/>
            <a:chOff x="0" y="0"/>
            <a:chExt cx="6217920" cy="10972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217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337" r="0" b="-60339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6949440" y="2883217"/>
            <a:ext cx="4663440" cy="865823"/>
            <a:chOff x="0" y="0"/>
            <a:chExt cx="6217920" cy="115443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217920" cy="1154430"/>
            </a:xfrm>
            <a:custGeom>
              <a:avLst/>
              <a:gdLst/>
              <a:ahLst/>
              <a:cxnLst/>
              <a:rect r="r" b="b" t="t" l="l"/>
              <a:pathLst>
                <a:path h="115443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154430"/>
                  </a:lnTo>
                  <a:lnTo>
                    <a:pt x="0" y="11544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4949" r="0" b="-5494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6217920" cy="1211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DAA covered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6949440" y="3726180"/>
            <a:ext cx="4663440" cy="157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Sorting, searching, ranges, graphs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2252960" y="2743200"/>
            <a:ext cx="5212080" cy="2743200"/>
            <a:chOff x="0" y="0"/>
            <a:chExt cx="6949440" cy="3657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949440" cy="3657600"/>
            </a:xfrm>
            <a:custGeom>
              <a:avLst/>
              <a:gdLst/>
              <a:ahLst/>
              <a:cxnLst/>
              <a:rect r="r" b="b" t="t" l="l"/>
              <a:pathLst>
                <a:path h="3657600" w="6949440">
                  <a:moveTo>
                    <a:pt x="0" y="243840"/>
                  </a:moveTo>
                  <a:cubicBezTo>
                    <a:pt x="0" y="109220"/>
                    <a:pt x="109220" y="0"/>
                    <a:pt x="243840" y="0"/>
                  </a:cubicBezTo>
                  <a:lnTo>
                    <a:pt x="6705600" y="0"/>
                  </a:lnTo>
                  <a:cubicBezTo>
                    <a:pt x="6840220" y="0"/>
                    <a:pt x="6949440" y="109220"/>
                    <a:pt x="6949440" y="243840"/>
                  </a:cubicBezTo>
                  <a:lnTo>
                    <a:pt x="6949440" y="3413760"/>
                  </a:lnTo>
                  <a:cubicBezTo>
                    <a:pt x="6949440" y="3548380"/>
                    <a:pt x="6840220" y="3657600"/>
                    <a:pt x="6705600" y="3657600"/>
                  </a:cubicBezTo>
                  <a:lnTo>
                    <a:pt x="243840" y="3657600"/>
                  </a:lnTo>
                  <a:cubicBezTo>
                    <a:pt x="109220" y="3657600"/>
                    <a:pt x="0" y="3548380"/>
                    <a:pt x="0" y="3413760"/>
                  </a:cubicBezTo>
                  <a:close/>
                </a:path>
              </a:pathLst>
            </a:custGeom>
            <a:solidFill>
              <a:srgbClr val="EA580C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527280" y="2926080"/>
            <a:ext cx="4663440" cy="822960"/>
            <a:chOff x="0" y="0"/>
            <a:chExt cx="6217920" cy="10972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2179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337" r="0" b="-60339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527280" y="2883217"/>
            <a:ext cx="4663440" cy="865823"/>
            <a:chOff x="0" y="0"/>
            <a:chExt cx="6217920" cy="115443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17920" cy="1154430"/>
            </a:xfrm>
            <a:custGeom>
              <a:avLst/>
              <a:gdLst/>
              <a:ahLst/>
              <a:cxnLst/>
              <a:rect r="r" b="b" t="t" l="l"/>
              <a:pathLst>
                <a:path h="115443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1154430"/>
                  </a:lnTo>
                  <a:lnTo>
                    <a:pt x="0" y="11544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4949" r="0" b="-5494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6217920" cy="1211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Easy to explain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2527280" y="3726180"/>
            <a:ext cx="4663440" cy="157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Visual, step-by-step demos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097280" y="6126480"/>
            <a:ext cx="16093440" cy="731520"/>
            <a:chOff x="0" y="0"/>
            <a:chExt cx="21457920" cy="9753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457920" cy="975360"/>
            </a:xfrm>
            <a:custGeom>
              <a:avLst/>
              <a:gdLst/>
              <a:ahLst/>
              <a:cxnLst/>
              <a:rect r="r" b="b" t="t" l="l"/>
              <a:pathLst>
                <a:path h="9753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78372" r="0" b="-378373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097280" y="6083618"/>
            <a:ext cx="16093440" cy="774382"/>
            <a:chOff x="0" y="0"/>
            <a:chExt cx="21457920" cy="103251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1457920" cy="1032510"/>
            </a:xfrm>
            <a:custGeom>
              <a:avLst/>
              <a:gdLst/>
              <a:ahLst/>
              <a:cxnLst/>
              <a:rect r="r" b="b" t="t" l="l"/>
              <a:pathLst>
                <a:path h="103251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032510"/>
                  </a:lnTo>
                  <a:lnTo>
                    <a:pt x="0" y="103251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4943" r="0" b="-35494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21457920" cy="1089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CBD5E1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Future: larger datasets • authentication • more graph algorithms • richer analytics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97280" y="7498080"/>
            <a:ext cx="16093440" cy="1463040"/>
            <a:chOff x="0" y="0"/>
            <a:chExt cx="21457920" cy="19507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14579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186" r="0" b="-164186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097280" y="7390924"/>
            <a:ext cx="16093440" cy="1570196"/>
            <a:chOff x="0" y="0"/>
            <a:chExt cx="21457920" cy="209359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1457920" cy="2093595"/>
            </a:xfrm>
            <a:custGeom>
              <a:avLst/>
              <a:gdLst/>
              <a:ahLst/>
              <a:cxnLst/>
              <a:rect r="r" b="b" t="t" l="l"/>
              <a:pathLst>
                <a:path h="2093595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093595"/>
                  </a:lnTo>
                  <a:lnTo>
                    <a:pt x="0" y="209359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9708" r="0" b="-149708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42875"/>
              <a:ext cx="21457920" cy="22364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78"/>
                </a:lnSpc>
              </a:pPr>
              <a:r>
                <a:rPr lang="en-US" sz="6398" b="true">
                  <a:solidFill>
                    <a:srgbClr val="5EEA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  |  Questions?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DAHW7oj_s9Q</dc:identifier>
  <dcterms:modified xsi:type="dcterms:W3CDTF">2011-08-01T06:04:30Z</dcterms:modified>
  <cp:revision>1</cp:revision>
  <dc:title>DOC-20261003-WA0000.pptx</dc:title>
</cp:coreProperties>
</file>